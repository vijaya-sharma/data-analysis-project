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1"/>
  </p:notesMasterIdLst>
  <p:handoutMasterIdLst>
    <p:handoutMasterId r:id="rId12"/>
  </p:handoutMasterIdLst>
  <p:sldIdLst>
    <p:sldId id="521" r:id="rId5"/>
    <p:sldId id="670" r:id="rId6"/>
    <p:sldId id="671" r:id="rId7"/>
    <p:sldId id="673" r:id="rId8"/>
    <p:sldId id="676" r:id="rId9"/>
    <p:sldId id="428" r:id="rId10"/>
  </p:sldIdLst>
  <p:sldSz cx="24384000" cy="13716000"/>
  <p:notesSz cx="6858000" cy="9144000"/>
  <p:defaultTex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97A571A-9A22-9B2C-FCA2-AC726A57D82F}" name="Gaurav Asolia" initials="GA" userId="S::gaurava@skillup.tech::19dde27c-782b-4084-9a81-080a2ced0f04" providerId="AD"/>
  <p188:author id="{679E901D-FE24-3CE4-E284-07C7BD888934}" name="Mateus Mendes Pereira" initials="MMP" userId="S::mmendes@ibm.com::4390568b-dd26-412a-ad0a-65ec04042275" providerId="AD"/>
  <p188:author id="{A6FEFF62-3B0E-9196-1B39-0FF1E35B9B41}" name="Guest User" initials="GU" userId="S::urn:spo:anon#6abc51bf903e2b77c6066eb021ad2bcb27f5094d341ffad47b11907a21e6a50f::" providerId="AD"/>
  <p188:author id="{6297AA84-6AA8-2B75-DF26-99E02E4CC9B0}" name="Gloesha K" initials="GK" userId="S::gloeshak@skillup.online::28fc8dab-060e-4530-b7c9-a778d093c776" providerId="AD"/>
  <p188:author id="{A56F59A0-8192-5848-D8A5-8F046BE088E7}" name="Harpreet Kaur" initials="HK" userId="S::harpreet.kaur@skillup.tech::08c9d4ba-6d89-41d0-8cf0-61cf97575de5" providerId="AD"/>
  <p188:author id="{FC0B5CAF-C7B5-E128-F9D5-63BD531D201F}" name="Govind Sharma" initials="GS" userId="S::govinds@skillup.online::689a27ce-0ab7-4f82-a2cd-975b103062b3" providerId="AD"/>
  <p188:author id="{E830C1FD-0C99-F7EC-B8A7-96089648BC0A}" name="Harpreet Singh" initials="HS" userId="S::harpreets@skillup.tech::299a7cfd-3c8e-44d3-8f48-c6aeea8b6f6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7"/>
    <a:srgbClr val="174C5B"/>
    <a:srgbClr val="0C4858"/>
    <a:srgbClr val="41B0E9"/>
    <a:srgbClr val="CEF300"/>
    <a:srgbClr val="5EBDF5"/>
    <a:srgbClr val="D19222"/>
    <a:srgbClr val="E2B265"/>
    <a:srgbClr val="E4B66D"/>
    <a:srgbClr val="CE8C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39" d="100"/>
          <a:sy n="39" d="100"/>
        </p:scale>
        <p:origin x="110" y="25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F7DCF6F-D47A-4251-A947-55C6E670AA80}" type="datetimeFigureOut">
              <a:rPr lang="en-US" smtClean="0"/>
              <a:t>5/16/2026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0863C0-3C0C-4227-829A-BB3F7A60FC6A}" type="slidenum">
              <a:rPr lang="en-US" smtClean="0"/>
              <a:t>‹#›</a:t>
            </a:fld>
            <a:endParaRPr lang="en-US"/>
          </a:p>
        </p:txBody>
      </p:sp>
    </p:spTree>
    <p:extLst>
      <p:ext uri="{BB962C8B-B14F-4D97-AF65-F5344CB8AC3E}">
        <p14:creationId xmlns:p14="http://schemas.microsoft.com/office/powerpoint/2010/main" val="32275245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76A4C8-D79E-4F07-A1E7-71E24EC0BB77}" type="datetimeFigureOut">
              <a:rPr lang="en-US" smtClean="0"/>
              <a:t>5/16/2026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4E9774-26C6-4288-8776-D66481D44710}" type="slidenum">
              <a:rPr lang="en-US" smtClean="0"/>
              <a:t>‹#›</a:t>
            </a:fld>
            <a:endParaRPr lang="en-US"/>
          </a:p>
        </p:txBody>
      </p:sp>
    </p:spTree>
    <p:extLst>
      <p:ext uri="{BB962C8B-B14F-4D97-AF65-F5344CB8AC3E}">
        <p14:creationId xmlns:p14="http://schemas.microsoft.com/office/powerpoint/2010/main" val="510193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a:latin typeface="Open Sans" panose="020B0606030504020204" pitchFamily="34" charset="0"/>
                <a:ea typeface="Open Sans" panose="020B0606030504020204" pitchFamily="34" charset="0"/>
                <a:cs typeface="Open Sans" panose="020B0606030504020204" pitchFamily="34" charset="0"/>
              </a:rPr>
              <a:t>Note: Please after inserting your picture, “Right Click” on the picture and “Send it to Back” to get the “Gradient” effect.</a:t>
            </a:r>
          </a:p>
        </p:txBody>
      </p:sp>
      <p:sp>
        <p:nvSpPr>
          <p:cNvPr id="4" name="Slide Number Placeholder 3"/>
          <p:cNvSpPr>
            <a:spLocks noGrp="1"/>
          </p:cNvSpPr>
          <p:nvPr>
            <p:ph type="sldNum" sz="quarter" idx="10"/>
          </p:nvPr>
        </p:nvSpPr>
        <p:spPr/>
        <p:txBody>
          <a:bodyPr/>
          <a:lstStyle/>
          <a:p>
            <a:fld id="{B54E9774-26C6-4288-8776-D66481D44710}" type="slidenum">
              <a:rPr lang="en-US" smtClean="0"/>
              <a:t>1</a:t>
            </a:fld>
            <a:endParaRPr lang="en-US"/>
          </a:p>
        </p:txBody>
      </p:sp>
    </p:spTree>
    <p:extLst>
      <p:ext uri="{BB962C8B-B14F-4D97-AF65-F5344CB8AC3E}">
        <p14:creationId xmlns:p14="http://schemas.microsoft.com/office/powerpoint/2010/main" val="4286351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59D17-90D9-5ABD-E4D6-2FBF7F73D4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9AE795-1B52-A7AC-8824-62023E9735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42BE4D-8C4B-980C-8C5F-3F054B22357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latin typeface="Montserrat "/>
                <a:ea typeface="+mn-lt"/>
                <a:cs typeface="+mn-lt"/>
              </a:rPr>
              <a:t>Ramon Perez is  a Data Scientist with a vast experience in data analytics in roles ranging from industry and academic research to data science education. For the past two years, he had been working on developing what will hopefully become the first accredited data science bootcamp outside of a university setting in Australia.</a:t>
            </a:r>
            <a:br>
              <a:rPr lang="en-US" sz="1200">
                <a:solidFill>
                  <a:schemeClr val="bg1"/>
                </a:solidFill>
                <a:latin typeface="Montserrat "/>
                <a:ea typeface="+mn-lt"/>
                <a:cs typeface="+mn-lt"/>
              </a:rPr>
            </a:br>
            <a:br>
              <a:rPr lang="en-US" sz="1200">
                <a:solidFill>
                  <a:schemeClr val="bg1"/>
                </a:solidFill>
                <a:latin typeface="Montserrat "/>
                <a:ea typeface="+mn-lt"/>
                <a:cs typeface="+mn-lt"/>
              </a:rPr>
            </a:br>
            <a:r>
              <a:rPr lang="en-US" sz="1200">
                <a:solidFill>
                  <a:schemeClr val="bg1"/>
                </a:solidFill>
                <a:latin typeface="Montserrat "/>
                <a:ea typeface="+mn-lt"/>
                <a:cs typeface="+mn-lt"/>
              </a:rPr>
              <a:t>In the academic space, he has taught statistical programming at London Business School and have had the privilege to tutor and create lessons for a wide range of quantitative courses at Johns Hopkins Carey Business School. In addition, He has given tutorials at </a:t>
            </a:r>
            <a:r>
              <a:rPr lang="en-US" sz="1200" err="1">
                <a:solidFill>
                  <a:schemeClr val="bg1"/>
                </a:solidFill>
                <a:latin typeface="Montserrat "/>
                <a:ea typeface="+mn-lt"/>
                <a:cs typeface="+mn-lt"/>
              </a:rPr>
              <a:t>PyCon</a:t>
            </a:r>
            <a:r>
              <a:rPr lang="en-US" sz="1200">
                <a:solidFill>
                  <a:schemeClr val="bg1"/>
                </a:solidFill>
                <a:latin typeface="Montserrat "/>
                <a:ea typeface="+mn-lt"/>
                <a:cs typeface="+mn-lt"/>
              </a:rPr>
              <a:t> US, APAC, and Chile in 2021, SciPy Japan 2020, SciPy US 2021.</a:t>
            </a:r>
            <a:br>
              <a:rPr lang="en-US" sz="1200">
                <a:solidFill>
                  <a:schemeClr val="bg1"/>
                </a:solidFill>
                <a:latin typeface="Montserrat "/>
                <a:ea typeface="+mn-lt"/>
                <a:cs typeface="+mn-lt"/>
              </a:rPr>
            </a:br>
            <a:br>
              <a:rPr lang="en-US" sz="1200">
                <a:solidFill>
                  <a:schemeClr val="bg1"/>
                </a:solidFill>
                <a:latin typeface="Montserrat "/>
                <a:ea typeface="+mn-lt"/>
                <a:cs typeface="+mn-lt"/>
              </a:rPr>
            </a:br>
            <a:r>
              <a:rPr lang="en-US" sz="1200">
                <a:solidFill>
                  <a:schemeClr val="bg1"/>
                </a:solidFill>
                <a:latin typeface="Montserrat "/>
                <a:ea typeface="+mn-lt"/>
                <a:cs typeface="+mn-lt"/>
              </a:rPr>
              <a:t>He has also worked as a researcher at INSEAD where he developed machine learning models to recreate the organizational structure of any given company based on its historical job ads and those of similar companies. This project used a massive database of millions of job ads posted over the last 14 years in the US.</a:t>
            </a:r>
          </a:p>
          <a:p>
            <a:endParaRPr lang="en-IN"/>
          </a:p>
        </p:txBody>
      </p:sp>
      <p:sp>
        <p:nvSpPr>
          <p:cNvPr id="4" name="Slide Number Placeholder 3">
            <a:extLst>
              <a:ext uri="{FF2B5EF4-FFF2-40B4-BE49-F238E27FC236}">
                <a16:creationId xmlns:a16="http://schemas.microsoft.com/office/drawing/2014/main" id="{3C2A96DE-B174-8628-D1E6-8F96A3521313}"/>
              </a:ext>
            </a:extLst>
          </p:cNvPr>
          <p:cNvSpPr>
            <a:spLocks noGrp="1"/>
          </p:cNvSpPr>
          <p:nvPr>
            <p:ph type="sldNum" sz="quarter" idx="5"/>
          </p:nvPr>
        </p:nvSpPr>
        <p:spPr/>
        <p:txBody>
          <a:bodyPr/>
          <a:lstStyle/>
          <a:p>
            <a:fld id="{B54E9774-26C6-4288-8776-D66481D44710}" type="slidenum">
              <a:rPr lang="en-US" smtClean="0"/>
              <a:t>2</a:t>
            </a:fld>
            <a:endParaRPr lang="en-US"/>
          </a:p>
        </p:txBody>
      </p:sp>
    </p:spTree>
    <p:extLst>
      <p:ext uri="{BB962C8B-B14F-4D97-AF65-F5344CB8AC3E}">
        <p14:creationId xmlns:p14="http://schemas.microsoft.com/office/powerpoint/2010/main" val="1880458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482A7-D862-578A-75C0-9ED6ACE9B6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8E1DD5-034A-672E-679F-6BCA8EED63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8CDFCA-0347-EC18-5904-2CC2D9834F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latin typeface="Montserrat "/>
                <a:ea typeface="+mn-lt"/>
                <a:cs typeface="+mn-lt"/>
              </a:rPr>
              <a:t>Ramon Perez is  a Data Scientist with a vast experience in data analytics in roles ranging from industry and academic research to data science education. For the past two years, he had been working on developing what will hopefully become the first accredited data science bootcamp outside of a university setting in Australia.</a:t>
            </a:r>
            <a:br>
              <a:rPr lang="en-US" sz="1200">
                <a:solidFill>
                  <a:schemeClr val="bg1"/>
                </a:solidFill>
                <a:latin typeface="Montserrat "/>
                <a:ea typeface="+mn-lt"/>
                <a:cs typeface="+mn-lt"/>
              </a:rPr>
            </a:br>
            <a:br>
              <a:rPr lang="en-US" sz="1200">
                <a:solidFill>
                  <a:schemeClr val="bg1"/>
                </a:solidFill>
                <a:latin typeface="Montserrat "/>
                <a:ea typeface="+mn-lt"/>
                <a:cs typeface="+mn-lt"/>
              </a:rPr>
            </a:br>
            <a:r>
              <a:rPr lang="en-US" sz="1200">
                <a:solidFill>
                  <a:schemeClr val="bg1"/>
                </a:solidFill>
                <a:latin typeface="Montserrat "/>
                <a:ea typeface="+mn-lt"/>
                <a:cs typeface="+mn-lt"/>
              </a:rPr>
              <a:t>In the academic space, he has taught statistical programming at London Business School and have had the privilege to tutor and create lessons for a wide range of quantitative courses at Johns Hopkins Carey Business School. In addition, He has given tutorials at </a:t>
            </a:r>
            <a:r>
              <a:rPr lang="en-US" sz="1200" err="1">
                <a:solidFill>
                  <a:schemeClr val="bg1"/>
                </a:solidFill>
                <a:latin typeface="Montserrat "/>
                <a:ea typeface="+mn-lt"/>
                <a:cs typeface="+mn-lt"/>
              </a:rPr>
              <a:t>PyCon</a:t>
            </a:r>
            <a:r>
              <a:rPr lang="en-US" sz="1200">
                <a:solidFill>
                  <a:schemeClr val="bg1"/>
                </a:solidFill>
                <a:latin typeface="Montserrat "/>
                <a:ea typeface="+mn-lt"/>
                <a:cs typeface="+mn-lt"/>
              </a:rPr>
              <a:t> US, APAC, and Chile in 2021, SciPy Japan 2020, SciPy US 2021.</a:t>
            </a:r>
            <a:br>
              <a:rPr lang="en-US" sz="1200">
                <a:solidFill>
                  <a:schemeClr val="bg1"/>
                </a:solidFill>
                <a:latin typeface="Montserrat "/>
                <a:ea typeface="+mn-lt"/>
                <a:cs typeface="+mn-lt"/>
              </a:rPr>
            </a:br>
            <a:br>
              <a:rPr lang="en-US" sz="1200">
                <a:solidFill>
                  <a:schemeClr val="bg1"/>
                </a:solidFill>
                <a:latin typeface="Montserrat "/>
                <a:ea typeface="+mn-lt"/>
                <a:cs typeface="+mn-lt"/>
              </a:rPr>
            </a:br>
            <a:r>
              <a:rPr lang="en-US" sz="1200">
                <a:solidFill>
                  <a:schemeClr val="bg1"/>
                </a:solidFill>
                <a:latin typeface="Montserrat "/>
                <a:ea typeface="+mn-lt"/>
                <a:cs typeface="+mn-lt"/>
              </a:rPr>
              <a:t>He has also worked as a researcher at INSEAD where he developed machine learning models to recreate the organizational structure of any given company based on its historical job ads and those of similar companies. This project used a massive database of millions of job ads posted over the last 14 years in the US.</a:t>
            </a:r>
          </a:p>
          <a:p>
            <a:endParaRPr lang="en-IN"/>
          </a:p>
        </p:txBody>
      </p:sp>
      <p:sp>
        <p:nvSpPr>
          <p:cNvPr id="4" name="Slide Number Placeholder 3">
            <a:extLst>
              <a:ext uri="{FF2B5EF4-FFF2-40B4-BE49-F238E27FC236}">
                <a16:creationId xmlns:a16="http://schemas.microsoft.com/office/drawing/2014/main" id="{4B221178-9D7E-4C43-3AF8-CA03734173BB}"/>
              </a:ext>
            </a:extLst>
          </p:cNvPr>
          <p:cNvSpPr>
            <a:spLocks noGrp="1"/>
          </p:cNvSpPr>
          <p:nvPr>
            <p:ph type="sldNum" sz="quarter" idx="5"/>
          </p:nvPr>
        </p:nvSpPr>
        <p:spPr/>
        <p:txBody>
          <a:bodyPr/>
          <a:lstStyle/>
          <a:p>
            <a:fld id="{B54E9774-26C6-4288-8776-D66481D44710}" type="slidenum">
              <a:rPr lang="en-US" smtClean="0"/>
              <a:t>3</a:t>
            </a:fld>
            <a:endParaRPr lang="en-US"/>
          </a:p>
        </p:txBody>
      </p:sp>
    </p:spTree>
    <p:extLst>
      <p:ext uri="{BB962C8B-B14F-4D97-AF65-F5344CB8AC3E}">
        <p14:creationId xmlns:p14="http://schemas.microsoft.com/office/powerpoint/2010/main" val="3773596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7A669-C3BF-CAA2-3CE2-6641FED766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8F30B-2C7C-018D-4C2F-CC523EDE0A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7CD7B7-236D-363B-D044-884EEB1E942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latin typeface="Montserrat "/>
                <a:ea typeface="+mn-lt"/>
                <a:cs typeface="+mn-lt"/>
              </a:rPr>
              <a:t>Ramon Perez is  a Data Scientist with a vast experience in data analytics in roles ranging from industry and academic research to data science education. For the past two years, he had been working on developing what will hopefully become the first accredited data science bootcamp outside of a university setting in Australia.</a:t>
            </a:r>
            <a:br>
              <a:rPr lang="en-US" sz="1200">
                <a:solidFill>
                  <a:schemeClr val="bg1"/>
                </a:solidFill>
                <a:latin typeface="Montserrat "/>
                <a:ea typeface="+mn-lt"/>
                <a:cs typeface="+mn-lt"/>
              </a:rPr>
            </a:br>
            <a:br>
              <a:rPr lang="en-US" sz="1200">
                <a:solidFill>
                  <a:schemeClr val="bg1"/>
                </a:solidFill>
                <a:latin typeface="Montserrat "/>
                <a:ea typeface="+mn-lt"/>
                <a:cs typeface="+mn-lt"/>
              </a:rPr>
            </a:br>
            <a:r>
              <a:rPr lang="en-US" sz="1200">
                <a:solidFill>
                  <a:schemeClr val="bg1"/>
                </a:solidFill>
                <a:latin typeface="Montserrat "/>
                <a:ea typeface="+mn-lt"/>
                <a:cs typeface="+mn-lt"/>
              </a:rPr>
              <a:t>In the academic space, he has taught statistical programming at London Business School and have had the privilege to tutor and create lessons for a wide range of quantitative courses at Johns Hopkins Carey Business School. In addition, He has given tutorials at </a:t>
            </a:r>
            <a:r>
              <a:rPr lang="en-US" sz="1200" err="1">
                <a:solidFill>
                  <a:schemeClr val="bg1"/>
                </a:solidFill>
                <a:latin typeface="Montserrat "/>
                <a:ea typeface="+mn-lt"/>
                <a:cs typeface="+mn-lt"/>
              </a:rPr>
              <a:t>PyCon</a:t>
            </a:r>
            <a:r>
              <a:rPr lang="en-US" sz="1200">
                <a:solidFill>
                  <a:schemeClr val="bg1"/>
                </a:solidFill>
                <a:latin typeface="Montserrat "/>
                <a:ea typeface="+mn-lt"/>
                <a:cs typeface="+mn-lt"/>
              </a:rPr>
              <a:t> US, APAC, and Chile in 2021, SciPy Japan 2020, SciPy US 2021.</a:t>
            </a:r>
            <a:br>
              <a:rPr lang="en-US" sz="1200">
                <a:solidFill>
                  <a:schemeClr val="bg1"/>
                </a:solidFill>
                <a:latin typeface="Montserrat "/>
                <a:ea typeface="+mn-lt"/>
                <a:cs typeface="+mn-lt"/>
              </a:rPr>
            </a:br>
            <a:br>
              <a:rPr lang="en-US" sz="1200">
                <a:solidFill>
                  <a:schemeClr val="bg1"/>
                </a:solidFill>
                <a:latin typeface="Montserrat "/>
                <a:ea typeface="+mn-lt"/>
                <a:cs typeface="+mn-lt"/>
              </a:rPr>
            </a:br>
            <a:r>
              <a:rPr lang="en-US" sz="1200">
                <a:solidFill>
                  <a:schemeClr val="bg1"/>
                </a:solidFill>
                <a:latin typeface="Montserrat "/>
                <a:ea typeface="+mn-lt"/>
                <a:cs typeface="+mn-lt"/>
              </a:rPr>
              <a:t>He has also worked as a researcher at INSEAD where he developed machine learning models to recreate the organizational structure of any given company based on its historical job ads and those of similar companies. This project used a massive database of millions of job ads posted over the last 14 years in the US.</a:t>
            </a:r>
          </a:p>
          <a:p>
            <a:endParaRPr lang="en-IN"/>
          </a:p>
        </p:txBody>
      </p:sp>
      <p:sp>
        <p:nvSpPr>
          <p:cNvPr id="4" name="Slide Number Placeholder 3">
            <a:extLst>
              <a:ext uri="{FF2B5EF4-FFF2-40B4-BE49-F238E27FC236}">
                <a16:creationId xmlns:a16="http://schemas.microsoft.com/office/drawing/2014/main" id="{BFF9B2AB-88BC-5274-D5AD-89414B845AB4}"/>
              </a:ext>
            </a:extLst>
          </p:cNvPr>
          <p:cNvSpPr>
            <a:spLocks noGrp="1"/>
          </p:cNvSpPr>
          <p:nvPr>
            <p:ph type="sldNum" sz="quarter" idx="5"/>
          </p:nvPr>
        </p:nvSpPr>
        <p:spPr/>
        <p:txBody>
          <a:bodyPr/>
          <a:lstStyle/>
          <a:p>
            <a:fld id="{B54E9774-26C6-4288-8776-D66481D44710}" type="slidenum">
              <a:rPr lang="en-US" smtClean="0"/>
              <a:t>4</a:t>
            </a:fld>
            <a:endParaRPr lang="en-US"/>
          </a:p>
        </p:txBody>
      </p:sp>
    </p:spTree>
    <p:extLst>
      <p:ext uri="{BB962C8B-B14F-4D97-AF65-F5344CB8AC3E}">
        <p14:creationId xmlns:p14="http://schemas.microsoft.com/office/powerpoint/2010/main" val="9602244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6119F-714E-2880-DD43-477E9F6195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9EEF04-40DE-830D-02EE-D51D78E0A8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00D1F9-3D11-75A5-C8A0-8F98DBF9365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latin typeface="Montserrat "/>
                <a:ea typeface="+mn-lt"/>
                <a:cs typeface="+mn-lt"/>
              </a:rPr>
              <a:t>Ramon Perez is  a Data Scientist with a vast experience in data analytics in roles ranging from industry and academic research to data science education. For the past two years, he had been working on developing what will hopefully become the first accredited data science bootcamp outside of a university setting in Australia.</a:t>
            </a:r>
            <a:br>
              <a:rPr lang="en-US" sz="1200">
                <a:solidFill>
                  <a:schemeClr val="bg1"/>
                </a:solidFill>
                <a:latin typeface="Montserrat "/>
                <a:ea typeface="+mn-lt"/>
                <a:cs typeface="+mn-lt"/>
              </a:rPr>
            </a:br>
            <a:br>
              <a:rPr lang="en-US" sz="1200">
                <a:solidFill>
                  <a:schemeClr val="bg1"/>
                </a:solidFill>
                <a:latin typeface="Montserrat "/>
                <a:ea typeface="+mn-lt"/>
                <a:cs typeface="+mn-lt"/>
              </a:rPr>
            </a:br>
            <a:r>
              <a:rPr lang="en-US" sz="1200">
                <a:solidFill>
                  <a:schemeClr val="bg1"/>
                </a:solidFill>
                <a:latin typeface="Montserrat "/>
                <a:ea typeface="+mn-lt"/>
                <a:cs typeface="+mn-lt"/>
              </a:rPr>
              <a:t>In the academic space, he has taught statistical programming at London Business School and have had the privilege to tutor and create lessons for a wide range of quantitative courses at Johns Hopkins Carey Business School. In addition, He has given tutorials at </a:t>
            </a:r>
            <a:r>
              <a:rPr lang="en-US" sz="1200" err="1">
                <a:solidFill>
                  <a:schemeClr val="bg1"/>
                </a:solidFill>
                <a:latin typeface="Montserrat "/>
                <a:ea typeface="+mn-lt"/>
                <a:cs typeface="+mn-lt"/>
              </a:rPr>
              <a:t>PyCon</a:t>
            </a:r>
            <a:r>
              <a:rPr lang="en-US" sz="1200">
                <a:solidFill>
                  <a:schemeClr val="bg1"/>
                </a:solidFill>
                <a:latin typeface="Montserrat "/>
                <a:ea typeface="+mn-lt"/>
                <a:cs typeface="+mn-lt"/>
              </a:rPr>
              <a:t> US, APAC, and Chile in 2021, SciPy Japan 2020, SciPy US 2021.</a:t>
            </a:r>
            <a:br>
              <a:rPr lang="en-US" sz="1200">
                <a:solidFill>
                  <a:schemeClr val="bg1"/>
                </a:solidFill>
                <a:latin typeface="Montserrat "/>
                <a:ea typeface="+mn-lt"/>
                <a:cs typeface="+mn-lt"/>
              </a:rPr>
            </a:br>
            <a:br>
              <a:rPr lang="en-US" sz="1200">
                <a:solidFill>
                  <a:schemeClr val="bg1"/>
                </a:solidFill>
                <a:latin typeface="Montserrat "/>
                <a:ea typeface="+mn-lt"/>
                <a:cs typeface="+mn-lt"/>
              </a:rPr>
            </a:br>
            <a:r>
              <a:rPr lang="en-US" sz="1200">
                <a:solidFill>
                  <a:schemeClr val="bg1"/>
                </a:solidFill>
                <a:latin typeface="Montserrat "/>
                <a:ea typeface="+mn-lt"/>
                <a:cs typeface="+mn-lt"/>
              </a:rPr>
              <a:t>He has also worked as a researcher at INSEAD where he developed machine learning models to recreate the organizational structure of any given company based on its historical job ads and those of similar companies. This project used a massive database of millions of job ads posted over the last 14 years in the US.</a:t>
            </a:r>
          </a:p>
          <a:p>
            <a:endParaRPr lang="en-IN"/>
          </a:p>
        </p:txBody>
      </p:sp>
      <p:sp>
        <p:nvSpPr>
          <p:cNvPr id="4" name="Slide Number Placeholder 3">
            <a:extLst>
              <a:ext uri="{FF2B5EF4-FFF2-40B4-BE49-F238E27FC236}">
                <a16:creationId xmlns:a16="http://schemas.microsoft.com/office/drawing/2014/main" id="{51583DF4-1C24-F5A8-32E9-D16471546BEE}"/>
              </a:ext>
            </a:extLst>
          </p:cNvPr>
          <p:cNvSpPr>
            <a:spLocks noGrp="1"/>
          </p:cNvSpPr>
          <p:nvPr>
            <p:ph type="sldNum" sz="quarter" idx="5"/>
          </p:nvPr>
        </p:nvSpPr>
        <p:spPr/>
        <p:txBody>
          <a:bodyPr/>
          <a:lstStyle/>
          <a:p>
            <a:fld id="{B54E9774-26C6-4288-8776-D66481D44710}" type="slidenum">
              <a:rPr lang="en-US" smtClean="0"/>
              <a:t>5</a:t>
            </a:fld>
            <a:endParaRPr lang="en-US"/>
          </a:p>
        </p:txBody>
      </p:sp>
    </p:spTree>
    <p:extLst>
      <p:ext uri="{BB962C8B-B14F-4D97-AF65-F5344CB8AC3E}">
        <p14:creationId xmlns:p14="http://schemas.microsoft.com/office/powerpoint/2010/main" val="2765133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54E9774-26C6-4288-8776-D66481D44710}" type="slidenum">
              <a:rPr lang="en-US" smtClean="0"/>
              <a:t>6</a:t>
            </a:fld>
            <a:endParaRPr lang="en-US"/>
          </a:p>
        </p:txBody>
      </p:sp>
    </p:spTree>
    <p:extLst>
      <p:ext uri="{BB962C8B-B14F-4D97-AF65-F5344CB8AC3E}">
        <p14:creationId xmlns:p14="http://schemas.microsoft.com/office/powerpoint/2010/main" val="3711967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fault slide">
    <p:spTree>
      <p:nvGrpSpPr>
        <p:cNvPr id="1" name=""/>
        <p:cNvGrpSpPr/>
        <p:nvPr/>
      </p:nvGrpSpPr>
      <p:grpSpPr>
        <a:xfrm>
          <a:off x="0" y="0"/>
          <a:ext cx="0" cy="0"/>
          <a:chOff x="0" y="0"/>
          <a:chExt cx="0" cy="0"/>
        </a:xfrm>
      </p:grpSpPr>
      <p:grpSp>
        <p:nvGrpSpPr>
          <p:cNvPr id="5" name="Group 4"/>
          <p:cNvGrpSpPr/>
          <p:nvPr userDrawn="1"/>
        </p:nvGrpSpPr>
        <p:grpSpPr>
          <a:xfrm>
            <a:off x="0" y="1808741"/>
            <a:ext cx="1087120" cy="76662"/>
            <a:chOff x="3244850" y="3002280"/>
            <a:chExt cx="1752600" cy="152400"/>
          </a:xfrm>
          <a:solidFill>
            <a:schemeClr val="accent3"/>
          </a:solidFill>
        </p:grpSpPr>
        <p:sp>
          <p:nvSpPr>
            <p:cNvPr id="6" name="Rectangle 5"/>
            <p:cNvSpPr/>
            <p:nvPr/>
          </p:nvSpPr>
          <p:spPr>
            <a:xfrm>
              <a:off x="4121150" y="3002280"/>
              <a:ext cx="876300" cy="152400"/>
            </a:xfrm>
            <a:prstGeom prst="rect">
              <a:avLst/>
            </a:prstGeom>
            <a:solidFill>
              <a:srgbClr val="CEF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244850" y="3002280"/>
              <a:ext cx="876300" cy="15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itle 8"/>
          <p:cNvSpPr>
            <a:spLocks noGrp="1"/>
          </p:cNvSpPr>
          <p:nvPr>
            <p:ph type="title"/>
          </p:nvPr>
        </p:nvSpPr>
        <p:spPr>
          <a:xfrm>
            <a:off x="1630680" y="1375096"/>
            <a:ext cx="21076920" cy="1016357"/>
          </a:xfrm>
          <a:prstGeom prst="rect">
            <a:avLst/>
          </a:prstGeom>
        </p:spPr>
        <p:txBody>
          <a:bodyPr lIns="0" tIns="0" rIns="0" bIns="0" anchor="t" anchorCtr="0"/>
          <a:lstStyle>
            <a:lvl1pPr>
              <a:defRPr sz="7000" b="1">
                <a:solidFill>
                  <a:schemeClr val="accent1"/>
                </a:solidFill>
                <a:latin typeface="Montserrat" panose="00000500000000000000" pitchFamily="2" charset="0"/>
                <a:ea typeface="Open Sans" panose="020B0606030504020204" pitchFamily="34" charset="0"/>
                <a:cs typeface="Open Sans" panose="020B0606030504020204" pitchFamily="34" charset="0"/>
              </a:defRPr>
            </a:lvl1pPr>
          </a:lstStyle>
          <a:p>
            <a:r>
              <a:rPr lang="en-US"/>
              <a:t>Click to edit Master title style</a:t>
            </a:r>
          </a:p>
        </p:txBody>
      </p:sp>
      <p:sp>
        <p:nvSpPr>
          <p:cNvPr id="19" name="Text Placeholder 18"/>
          <p:cNvSpPr>
            <a:spLocks noGrp="1"/>
          </p:cNvSpPr>
          <p:nvPr>
            <p:ph type="body" sz="quarter" idx="10"/>
          </p:nvPr>
        </p:nvSpPr>
        <p:spPr>
          <a:xfrm>
            <a:off x="1676400" y="835126"/>
            <a:ext cx="21031200" cy="304699"/>
          </a:xfrm>
          <a:prstGeom prst="rect">
            <a:avLst/>
          </a:prstGeom>
        </p:spPr>
        <p:txBody>
          <a:bodyPr wrap="square" lIns="0" tIns="0" rIns="0" bIns="0">
            <a:noAutofit/>
          </a:bodyPr>
          <a:lstStyle>
            <a:lvl1pPr marL="0" indent="0">
              <a:lnSpc>
                <a:spcPct val="100000"/>
              </a:lnSpc>
              <a:spcBef>
                <a:spcPts val="0"/>
              </a:spcBef>
              <a:buNone/>
              <a:defRPr sz="2600" cap="all" spc="500" baseline="0">
                <a:solidFill>
                  <a:schemeClr val="tx2"/>
                </a:solidFill>
                <a:latin typeface="Montserrat" panose="00000500000000000000" pitchFamily="2" charset="0"/>
                <a:ea typeface="Open Sans" panose="020B0606030504020204" pitchFamily="34" charset="0"/>
                <a:cs typeface="Open Sans" panose="020B06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sp>
        <p:nvSpPr>
          <p:cNvPr id="20" name="Text Placeholder 18"/>
          <p:cNvSpPr>
            <a:spLocks noGrp="1"/>
          </p:cNvSpPr>
          <p:nvPr>
            <p:ph type="body" sz="quarter" idx="11"/>
          </p:nvPr>
        </p:nvSpPr>
        <p:spPr>
          <a:xfrm>
            <a:off x="1676400" y="2503436"/>
            <a:ext cx="21031200" cy="424699"/>
          </a:xfrm>
          <a:prstGeom prst="rect">
            <a:avLst/>
          </a:prstGeom>
        </p:spPr>
        <p:txBody>
          <a:bodyPr wrap="square" lIns="0" tIns="0" rIns="0" bIns="0">
            <a:noAutofit/>
          </a:bodyPr>
          <a:lstStyle>
            <a:lvl1pPr marL="0" indent="0">
              <a:lnSpc>
                <a:spcPct val="100000"/>
              </a:lnSpc>
              <a:spcBef>
                <a:spcPts val="0"/>
              </a:spcBef>
              <a:buNone/>
              <a:defRPr sz="2800" cap="none" spc="0" baseline="0">
                <a:solidFill>
                  <a:schemeClr val="tx1"/>
                </a:solidFill>
                <a:latin typeface="Montserrat" panose="00000500000000000000" pitchFamily="2" charset="0"/>
                <a:ea typeface="Open Sans Light" panose="020B0306030504020204" pitchFamily="34" charset="0"/>
                <a:cs typeface="Open Sans Light" panose="020B03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sp>
        <p:nvSpPr>
          <p:cNvPr id="14" name="Oval 13"/>
          <p:cNvSpPr/>
          <p:nvPr userDrawn="1"/>
        </p:nvSpPr>
        <p:spPr>
          <a:xfrm>
            <a:off x="23078887" y="12667136"/>
            <a:ext cx="540000" cy="540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5" name="TextBox 14"/>
          <p:cNvSpPr txBox="1"/>
          <p:nvPr userDrawn="1"/>
        </p:nvSpPr>
        <p:spPr>
          <a:xfrm>
            <a:off x="23082757" y="12789310"/>
            <a:ext cx="539750" cy="276999"/>
          </a:xfrm>
          <a:prstGeom prst="rect">
            <a:avLst/>
          </a:prstGeom>
          <a:noFill/>
        </p:spPr>
        <p:txBody>
          <a:bodyPr wrap="square" lIns="0" tIns="0" rIns="0" bIns="0" rtlCol="0">
            <a:spAutoFit/>
          </a:bodyPr>
          <a:lstStyle/>
          <a:p>
            <a:pPr algn="ctr"/>
            <a:fld id="{BD8018E6-5008-4D09-8834-2943DEA75A3D}" type="slidenum">
              <a:rPr lang="en-US" sz="1800" b="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800" b="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993964937"/>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guide id="5" orient="horz" pos="2304" userDrawn="1">
          <p15:clr>
            <a:srgbClr val="FBAE40"/>
          </p15:clr>
        </p15:guide>
        <p15:guide id="6" pos="2208" userDrawn="1">
          <p15:clr>
            <a:srgbClr val="FBAE40"/>
          </p15:clr>
        </p15:guide>
        <p15:guide id="7" pos="1315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elcome Slide">
    <p:spTree>
      <p:nvGrpSpPr>
        <p:cNvPr id="1" name=""/>
        <p:cNvGrpSpPr/>
        <p:nvPr/>
      </p:nvGrpSpPr>
      <p:grpSpPr>
        <a:xfrm>
          <a:off x="0" y="0"/>
          <a:ext cx="0" cy="0"/>
          <a:chOff x="0" y="0"/>
          <a:chExt cx="0" cy="0"/>
        </a:xfrm>
      </p:grpSpPr>
      <p:sp>
        <p:nvSpPr>
          <p:cNvPr id="4" name="Picture Placeholder 3"/>
          <p:cNvSpPr>
            <a:spLocks noGrp="1"/>
          </p:cNvSpPr>
          <p:nvPr>
            <p:ph type="pic" sz="quarter" idx="13"/>
          </p:nvPr>
        </p:nvSpPr>
        <p:spPr>
          <a:xfrm>
            <a:off x="2108200" y="2822039"/>
            <a:ext cx="6489700" cy="6489700"/>
          </a:xfrm>
          <a:custGeom>
            <a:avLst/>
            <a:gdLst>
              <a:gd name="connsiteX0" fmla="*/ 2851150 w 5702300"/>
              <a:gd name="connsiteY0" fmla="*/ 0 h 5702300"/>
              <a:gd name="connsiteX1" fmla="*/ 5702300 w 5702300"/>
              <a:gd name="connsiteY1" fmla="*/ 2851150 h 5702300"/>
              <a:gd name="connsiteX2" fmla="*/ 2851150 w 5702300"/>
              <a:gd name="connsiteY2" fmla="*/ 5702300 h 5702300"/>
              <a:gd name="connsiteX3" fmla="*/ 0 w 5702300"/>
              <a:gd name="connsiteY3" fmla="*/ 2851150 h 5702300"/>
              <a:gd name="connsiteX4" fmla="*/ 2851150 w 5702300"/>
              <a:gd name="connsiteY4" fmla="*/ 0 h 5702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2300" h="5702300">
                <a:moveTo>
                  <a:pt x="2851150" y="0"/>
                </a:moveTo>
                <a:cubicBezTo>
                  <a:pt x="4425797" y="0"/>
                  <a:pt x="5702300" y="1276503"/>
                  <a:pt x="5702300" y="2851150"/>
                </a:cubicBezTo>
                <a:cubicBezTo>
                  <a:pt x="5702300" y="4425797"/>
                  <a:pt x="4425797" y="5702300"/>
                  <a:pt x="2851150" y="5702300"/>
                </a:cubicBezTo>
                <a:cubicBezTo>
                  <a:pt x="1276503" y="5702300"/>
                  <a:pt x="0" y="4425797"/>
                  <a:pt x="0" y="2851150"/>
                </a:cubicBezTo>
                <a:cubicBezTo>
                  <a:pt x="0" y="1276503"/>
                  <a:pt x="1276503" y="0"/>
                  <a:pt x="2851150" y="0"/>
                </a:cubicBezTo>
                <a:close/>
              </a:path>
            </a:pathLst>
          </a:custGeom>
        </p:spPr>
        <p:txBody>
          <a:bodyPr wrap="square" anchor="ctr" anchorCtr="0">
            <a:noAutofit/>
          </a:bodyPr>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2" name="Oval 1">
            <a:extLst>
              <a:ext uri="{FF2B5EF4-FFF2-40B4-BE49-F238E27FC236}">
                <a16:creationId xmlns:a16="http://schemas.microsoft.com/office/drawing/2014/main" id="{54D5509A-7EE9-C1B4-8024-B9788754770C}"/>
              </a:ext>
            </a:extLst>
          </p:cNvPr>
          <p:cNvSpPr/>
          <p:nvPr userDrawn="1"/>
        </p:nvSpPr>
        <p:spPr>
          <a:xfrm>
            <a:off x="23078887" y="12667136"/>
            <a:ext cx="540000" cy="540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550AF53F-A842-97E3-3C1B-1D806A5525CE}"/>
              </a:ext>
            </a:extLst>
          </p:cNvPr>
          <p:cNvSpPr txBox="1"/>
          <p:nvPr userDrawn="1"/>
        </p:nvSpPr>
        <p:spPr>
          <a:xfrm>
            <a:off x="23082757" y="12789310"/>
            <a:ext cx="539750" cy="276999"/>
          </a:xfrm>
          <a:prstGeom prst="rect">
            <a:avLst/>
          </a:prstGeom>
          <a:noFill/>
        </p:spPr>
        <p:txBody>
          <a:bodyPr wrap="square" lIns="0" tIns="0" rIns="0" bIns="0" rtlCol="0">
            <a:spAutoFit/>
          </a:bodyPr>
          <a:lstStyle/>
          <a:p>
            <a:pPr algn="ctr"/>
            <a:fld id="{BD8018E6-5008-4D09-8834-2943DEA75A3D}" type="slidenum">
              <a:rPr lang="en-US" sz="1800" b="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800" b="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205574431"/>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ur team slide 01">
    <p:spTree>
      <p:nvGrpSpPr>
        <p:cNvPr id="1" name=""/>
        <p:cNvGrpSpPr/>
        <p:nvPr/>
      </p:nvGrpSpPr>
      <p:grpSpPr>
        <a:xfrm>
          <a:off x="0" y="0"/>
          <a:ext cx="0" cy="0"/>
          <a:chOff x="0" y="0"/>
          <a:chExt cx="0" cy="0"/>
        </a:xfrm>
      </p:grpSpPr>
      <p:sp>
        <p:nvSpPr>
          <p:cNvPr id="22" name="Picture Placeholder 21"/>
          <p:cNvSpPr>
            <a:spLocks noGrp="1"/>
          </p:cNvSpPr>
          <p:nvPr>
            <p:ph type="pic" sz="quarter" idx="14"/>
          </p:nvPr>
        </p:nvSpPr>
        <p:spPr>
          <a:xfrm>
            <a:off x="2729777" y="4013200"/>
            <a:ext cx="3684450" cy="3684450"/>
          </a:xfrm>
          <a:custGeom>
            <a:avLst/>
            <a:gdLst>
              <a:gd name="connsiteX0" fmla="*/ 1842225 w 3684450"/>
              <a:gd name="connsiteY0" fmla="*/ 0 h 3684450"/>
              <a:gd name="connsiteX1" fmla="*/ 3684450 w 3684450"/>
              <a:gd name="connsiteY1" fmla="*/ 1842225 h 3684450"/>
              <a:gd name="connsiteX2" fmla="*/ 1842225 w 3684450"/>
              <a:gd name="connsiteY2" fmla="*/ 3684450 h 3684450"/>
              <a:gd name="connsiteX3" fmla="*/ 0 w 3684450"/>
              <a:gd name="connsiteY3" fmla="*/ 1842225 h 3684450"/>
              <a:gd name="connsiteX4" fmla="*/ 1842225 w 3684450"/>
              <a:gd name="connsiteY4" fmla="*/ 0 h 3684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4450" h="3684450">
                <a:moveTo>
                  <a:pt x="1842225" y="0"/>
                </a:moveTo>
                <a:cubicBezTo>
                  <a:pt x="2859658" y="0"/>
                  <a:pt x="3684450" y="824792"/>
                  <a:pt x="3684450" y="1842225"/>
                </a:cubicBezTo>
                <a:cubicBezTo>
                  <a:pt x="3684450" y="2859658"/>
                  <a:pt x="2859658" y="3684450"/>
                  <a:pt x="1842225" y="3684450"/>
                </a:cubicBezTo>
                <a:cubicBezTo>
                  <a:pt x="824792" y="3684450"/>
                  <a:pt x="0" y="2859658"/>
                  <a:pt x="0" y="1842225"/>
                </a:cubicBezTo>
                <a:cubicBezTo>
                  <a:pt x="0" y="824792"/>
                  <a:pt x="824792" y="0"/>
                  <a:pt x="1842225" y="0"/>
                </a:cubicBezTo>
                <a:close/>
              </a:path>
            </a:pathLst>
          </a:custGeom>
        </p:spPr>
        <p:txBody>
          <a:bodyPr wrap="square" anchor="ctr" anchorCtr="0">
            <a:noAutofit/>
          </a:bodyPr>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21" name="Picture Placeholder 20"/>
          <p:cNvSpPr>
            <a:spLocks noGrp="1"/>
          </p:cNvSpPr>
          <p:nvPr>
            <p:ph type="pic" sz="quarter" idx="15"/>
          </p:nvPr>
        </p:nvSpPr>
        <p:spPr>
          <a:xfrm>
            <a:off x="10349776" y="4013200"/>
            <a:ext cx="3684450" cy="3684450"/>
          </a:xfrm>
          <a:custGeom>
            <a:avLst/>
            <a:gdLst>
              <a:gd name="connsiteX0" fmla="*/ 1842225 w 3684450"/>
              <a:gd name="connsiteY0" fmla="*/ 0 h 3684450"/>
              <a:gd name="connsiteX1" fmla="*/ 3684450 w 3684450"/>
              <a:gd name="connsiteY1" fmla="*/ 1842225 h 3684450"/>
              <a:gd name="connsiteX2" fmla="*/ 1842225 w 3684450"/>
              <a:gd name="connsiteY2" fmla="*/ 3684450 h 3684450"/>
              <a:gd name="connsiteX3" fmla="*/ 0 w 3684450"/>
              <a:gd name="connsiteY3" fmla="*/ 1842225 h 3684450"/>
              <a:gd name="connsiteX4" fmla="*/ 1842225 w 3684450"/>
              <a:gd name="connsiteY4" fmla="*/ 0 h 3684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4450" h="3684450">
                <a:moveTo>
                  <a:pt x="1842225" y="0"/>
                </a:moveTo>
                <a:cubicBezTo>
                  <a:pt x="2859658" y="0"/>
                  <a:pt x="3684450" y="824792"/>
                  <a:pt x="3684450" y="1842225"/>
                </a:cubicBezTo>
                <a:cubicBezTo>
                  <a:pt x="3684450" y="2859658"/>
                  <a:pt x="2859658" y="3684450"/>
                  <a:pt x="1842225" y="3684450"/>
                </a:cubicBezTo>
                <a:cubicBezTo>
                  <a:pt x="824792" y="3684450"/>
                  <a:pt x="0" y="2859658"/>
                  <a:pt x="0" y="1842225"/>
                </a:cubicBezTo>
                <a:cubicBezTo>
                  <a:pt x="0" y="824792"/>
                  <a:pt x="824792" y="0"/>
                  <a:pt x="1842225" y="0"/>
                </a:cubicBezTo>
                <a:close/>
              </a:path>
            </a:pathLst>
          </a:custGeom>
        </p:spPr>
        <p:txBody>
          <a:bodyPr wrap="square" anchor="ctr" anchorCtr="0">
            <a:noAutofit/>
          </a:bodyPr>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8" name="Picture Placeholder 17"/>
          <p:cNvSpPr>
            <a:spLocks noGrp="1"/>
          </p:cNvSpPr>
          <p:nvPr>
            <p:ph type="pic" sz="quarter" idx="16"/>
          </p:nvPr>
        </p:nvSpPr>
        <p:spPr>
          <a:xfrm>
            <a:off x="17969776" y="4013200"/>
            <a:ext cx="3684448" cy="3684450"/>
          </a:xfrm>
          <a:custGeom>
            <a:avLst/>
            <a:gdLst>
              <a:gd name="connsiteX0" fmla="*/ 1842224 w 3684448"/>
              <a:gd name="connsiteY0" fmla="*/ 0 h 3684450"/>
              <a:gd name="connsiteX1" fmla="*/ 3684448 w 3684448"/>
              <a:gd name="connsiteY1" fmla="*/ 1842225 h 3684450"/>
              <a:gd name="connsiteX2" fmla="*/ 1842224 w 3684448"/>
              <a:gd name="connsiteY2" fmla="*/ 3684450 h 3684450"/>
              <a:gd name="connsiteX3" fmla="*/ 0 w 3684448"/>
              <a:gd name="connsiteY3" fmla="*/ 1842225 h 3684450"/>
              <a:gd name="connsiteX4" fmla="*/ 1842224 w 3684448"/>
              <a:gd name="connsiteY4" fmla="*/ 0 h 3684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4448" h="3684450">
                <a:moveTo>
                  <a:pt x="1842224" y="0"/>
                </a:moveTo>
                <a:cubicBezTo>
                  <a:pt x="2859656" y="0"/>
                  <a:pt x="3684448" y="824792"/>
                  <a:pt x="3684448" y="1842225"/>
                </a:cubicBezTo>
                <a:cubicBezTo>
                  <a:pt x="3684448" y="2859658"/>
                  <a:pt x="2859656" y="3684450"/>
                  <a:pt x="1842224" y="3684450"/>
                </a:cubicBezTo>
                <a:cubicBezTo>
                  <a:pt x="824792" y="3684450"/>
                  <a:pt x="0" y="2859658"/>
                  <a:pt x="0" y="1842225"/>
                </a:cubicBezTo>
                <a:cubicBezTo>
                  <a:pt x="0" y="824792"/>
                  <a:pt x="824792" y="0"/>
                  <a:pt x="1842224" y="0"/>
                </a:cubicBezTo>
                <a:close/>
              </a:path>
            </a:pathLst>
          </a:custGeom>
        </p:spPr>
        <p:txBody>
          <a:bodyPr wrap="square" anchor="ctr" anchorCtr="0">
            <a:noAutofit/>
          </a:bodyPr>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3" name="Title 8">
            <a:extLst>
              <a:ext uri="{FF2B5EF4-FFF2-40B4-BE49-F238E27FC236}">
                <a16:creationId xmlns:a16="http://schemas.microsoft.com/office/drawing/2014/main" id="{E18EB274-BC58-7441-EF46-F67BCD21E849}"/>
              </a:ext>
            </a:extLst>
          </p:cNvPr>
          <p:cNvSpPr>
            <a:spLocks noGrp="1"/>
          </p:cNvSpPr>
          <p:nvPr>
            <p:ph type="title"/>
          </p:nvPr>
        </p:nvSpPr>
        <p:spPr>
          <a:xfrm>
            <a:off x="1630680" y="1375096"/>
            <a:ext cx="21076920" cy="1016357"/>
          </a:xfrm>
          <a:prstGeom prst="rect">
            <a:avLst/>
          </a:prstGeom>
        </p:spPr>
        <p:txBody>
          <a:bodyPr lIns="0" tIns="0" rIns="0" bIns="0" anchor="t" anchorCtr="0"/>
          <a:lstStyle>
            <a:lvl1pPr>
              <a:defRPr sz="7000" b="1">
                <a:solidFill>
                  <a:schemeClr val="accent1"/>
                </a:solidFill>
                <a:latin typeface="Montserrat" panose="00000500000000000000" pitchFamily="2" charset="0"/>
                <a:ea typeface="Open Sans" panose="020B0606030504020204" pitchFamily="34" charset="0"/>
                <a:cs typeface="Open Sans" panose="020B0606030504020204" pitchFamily="34" charset="0"/>
              </a:defRPr>
            </a:lvl1pPr>
          </a:lstStyle>
          <a:p>
            <a:r>
              <a:rPr lang="en-US"/>
              <a:t>Click to edit Master title style</a:t>
            </a:r>
          </a:p>
        </p:txBody>
      </p:sp>
      <p:sp>
        <p:nvSpPr>
          <p:cNvPr id="16" name="Text Placeholder 18">
            <a:extLst>
              <a:ext uri="{FF2B5EF4-FFF2-40B4-BE49-F238E27FC236}">
                <a16:creationId xmlns:a16="http://schemas.microsoft.com/office/drawing/2014/main" id="{61FCD4D9-6EFA-1BFB-0AAB-E9C54E380901}"/>
              </a:ext>
            </a:extLst>
          </p:cNvPr>
          <p:cNvSpPr>
            <a:spLocks noGrp="1"/>
          </p:cNvSpPr>
          <p:nvPr>
            <p:ph type="body" sz="quarter" idx="10"/>
          </p:nvPr>
        </p:nvSpPr>
        <p:spPr>
          <a:xfrm>
            <a:off x="1676400" y="835126"/>
            <a:ext cx="21031200" cy="304699"/>
          </a:xfrm>
          <a:prstGeom prst="rect">
            <a:avLst/>
          </a:prstGeom>
        </p:spPr>
        <p:txBody>
          <a:bodyPr wrap="square" lIns="0" tIns="0" rIns="0" bIns="0">
            <a:noAutofit/>
          </a:bodyPr>
          <a:lstStyle>
            <a:lvl1pPr marL="0" indent="0">
              <a:lnSpc>
                <a:spcPct val="100000"/>
              </a:lnSpc>
              <a:spcBef>
                <a:spcPts val="0"/>
              </a:spcBef>
              <a:buNone/>
              <a:defRPr sz="2600" cap="all" spc="500" baseline="0">
                <a:solidFill>
                  <a:schemeClr val="tx2"/>
                </a:solidFill>
                <a:latin typeface="Montserrat" panose="00000500000000000000" pitchFamily="2" charset="0"/>
                <a:ea typeface="Open Sans" panose="020B0606030504020204" pitchFamily="34" charset="0"/>
                <a:cs typeface="Open Sans" panose="020B06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sp>
        <p:nvSpPr>
          <p:cNvPr id="17" name="Text Placeholder 18">
            <a:extLst>
              <a:ext uri="{FF2B5EF4-FFF2-40B4-BE49-F238E27FC236}">
                <a16:creationId xmlns:a16="http://schemas.microsoft.com/office/drawing/2014/main" id="{AC808356-2AFE-E527-779F-BBAFE6616FA0}"/>
              </a:ext>
            </a:extLst>
          </p:cNvPr>
          <p:cNvSpPr>
            <a:spLocks noGrp="1"/>
          </p:cNvSpPr>
          <p:nvPr>
            <p:ph type="body" sz="quarter" idx="11"/>
          </p:nvPr>
        </p:nvSpPr>
        <p:spPr>
          <a:xfrm>
            <a:off x="1676400" y="2503436"/>
            <a:ext cx="21031200" cy="424699"/>
          </a:xfrm>
          <a:prstGeom prst="rect">
            <a:avLst/>
          </a:prstGeom>
        </p:spPr>
        <p:txBody>
          <a:bodyPr wrap="square" lIns="0" tIns="0" rIns="0" bIns="0">
            <a:noAutofit/>
          </a:bodyPr>
          <a:lstStyle>
            <a:lvl1pPr marL="0" indent="0">
              <a:lnSpc>
                <a:spcPct val="100000"/>
              </a:lnSpc>
              <a:spcBef>
                <a:spcPts val="0"/>
              </a:spcBef>
              <a:buNone/>
              <a:defRPr sz="2800" cap="none" spc="0" baseline="0">
                <a:solidFill>
                  <a:schemeClr val="tx1"/>
                </a:solidFill>
                <a:latin typeface="Montserrat" panose="00000500000000000000" pitchFamily="2" charset="0"/>
                <a:ea typeface="Open Sans Light" panose="020B0306030504020204" pitchFamily="34" charset="0"/>
                <a:cs typeface="Open Sans Light" panose="020B03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grpSp>
        <p:nvGrpSpPr>
          <p:cNvPr id="19" name="Group 18">
            <a:extLst>
              <a:ext uri="{FF2B5EF4-FFF2-40B4-BE49-F238E27FC236}">
                <a16:creationId xmlns:a16="http://schemas.microsoft.com/office/drawing/2014/main" id="{DEEFD1D6-0A5D-BF07-E549-03A3DEEDBF71}"/>
              </a:ext>
            </a:extLst>
          </p:cNvPr>
          <p:cNvGrpSpPr/>
          <p:nvPr userDrawn="1"/>
        </p:nvGrpSpPr>
        <p:grpSpPr>
          <a:xfrm>
            <a:off x="0" y="1808741"/>
            <a:ext cx="1087120" cy="76662"/>
            <a:chOff x="3244850" y="3002280"/>
            <a:chExt cx="1752600" cy="152400"/>
          </a:xfrm>
          <a:solidFill>
            <a:schemeClr val="accent3"/>
          </a:solidFill>
        </p:grpSpPr>
        <p:sp>
          <p:nvSpPr>
            <p:cNvPr id="20" name="Rectangle 19">
              <a:extLst>
                <a:ext uri="{FF2B5EF4-FFF2-40B4-BE49-F238E27FC236}">
                  <a16:creationId xmlns:a16="http://schemas.microsoft.com/office/drawing/2014/main" id="{A30C4C9E-ED7A-8B4D-3A61-615EC08FCD06}"/>
                </a:ext>
              </a:extLst>
            </p:cNvPr>
            <p:cNvSpPr/>
            <p:nvPr/>
          </p:nvSpPr>
          <p:spPr>
            <a:xfrm>
              <a:off x="4121150" y="3002280"/>
              <a:ext cx="876300" cy="152400"/>
            </a:xfrm>
            <a:prstGeom prst="rect">
              <a:avLst/>
            </a:prstGeom>
            <a:solidFill>
              <a:srgbClr val="CEF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FBB07E7-060F-E311-0D7D-F9FB689F331F}"/>
                </a:ext>
              </a:extLst>
            </p:cNvPr>
            <p:cNvSpPr/>
            <p:nvPr/>
          </p:nvSpPr>
          <p:spPr>
            <a:xfrm>
              <a:off x="3244850" y="3002280"/>
              <a:ext cx="876300" cy="15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Oval 1">
            <a:extLst>
              <a:ext uri="{FF2B5EF4-FFF2-40B4-BE49-F238E27FC236}">
                <a16:creationId xmlns:a16="http://schemas.microsoft.com/office/drawing/2014/main" id="{8F2983F2-DBBE-F671-8229-AD0AC3354FC3}"/>
              </a:ext>
            </a:extLst>
          </p:cNvPr>
          <p:cNvSpPr/>
          <p:nvPr userDrawn="1"/>
        </p:nvSpPr>
        <p:spPr>
          <a:xfrm>
            <a:off x="23078887" y="12667136"/>
            <a:ext cx="540000" cy="540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46EEFCE2-0B94-45E7-588D-9621DE39C517}"/>
              </a:ext>
            </a:extLst>
          </p:cNvPr>
          <p:cNvSpPr txBox="1"/>
          <p:nvPr userDrawn="1"/>
        </p:nvSpPr>
        <p:spPr>
          <a:xfrm>
            <a:off x="23082757" y="12789310"/>
            <a:ext cx="539750" cy="276999"/>
          </a:xfrm>
          <a:prstGeom prst="rect">
            <a:avLst/>
          </a:prstGeom>
          <a:noFill/>
        </p:spPr>
        <p:txBody>
          <a:bodyPr wrap="square" lIns="0" tIns="0" rIns="0" bIns="0" rtlCol="0">
            <a:spAutoFit/>
          </a:bodyPr>
          <a:lstStyle/>
          <a:p>
            <a:pPr algn="ctr"/>
            <a:fld id="{BD8018E6-5008-4D09-8834-2943DEA75A3D}" type="slidenum">
              <a:rPr lang="en-US" sz="1800" b="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800" b="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247775146"/>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guide id="5" orient="horz" pos="2304">
          <p15:clr>
            <a:srgbClr val="FBAE40"/>
          </p15:clr>
        </p15:guide>
        <p15:guide id="6" pos="2208">
          <p15:clr>
            <a:srgbClr val="FBAE40"/>
          </p15:clr>
        </p15:guide>
        <p15:guide id="7" pos="131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ur team slide 02">
    <p:spTree>
      <p:nvGrpSpPr>
        <p:cNvPr id="1" name=""/>
        <p:cNvGrpSpPr/>
        <p:nvPr/>
      </p:nvGrpSpPr>
      <p:grpSpPr>
        <a:xfrm>
          <a:off x="0" y="0"/>
          <a:ext cx="0" cy="0"/>
          <a:chOff x="0" y="0"/>
          <a:chExt cx="0" cy="0"/>
        </a:xfrm>
      </p:grpSpPr>
      <p:sp>
        <p:nvSpPr>
          <p:cNvPr id="22" name="Picture Placeholder 21"/>
          <p:cNvSpPr>
            <a:spLocks noGrp="1"/>
          </p:cNvSpPr>
          <p:nvPr>
            <p:ph type="pic" sz="quarter" idx="14"/>
          </p:nvPr>
        </p:nvSpPr>
        <p:spPr>
          <a:xfrm>
            <a:off x="2495552" y="4305663"/>
            <a:ext cx="3099523" cy="3099523"/>
          </a:xfrm>
          <a:custGeom>
            <a:avLst/>
            <a:gdLst>
              <a:gd name="connsiteX0" fmla="*/ 1842225 w 3684450"/>
              <a:gd name="connsiteY0" fmla="*/ 0 h 3684450"/>
              <a:gd name="connsiteX1" fmla="*/ 3684450 w 3684450"/>
              <a:gd name="connsiteY1" fmla="*/ 1842225 h 3684450"/>
              <a:gd name="connsiteX2" fmla="*/ 1842225 w 3684450"/>
              <a:gd name="connsiteY2" fmla="*/ 3684450 h 3684450"/>
              <a:gd name="connsiteX3" fmla="*/ 0 w 3684450"/>
              <a:gd name="connsiteY3" fmla="*/ 1842225 h 3684450"/>
              <a:gd name="connsiteX4" fmla="*/ 1842225 w 3684450"/>
              <a:gd name="connsiteY4" fmla="*/ 0 h 3684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4450" h="3684450">
                <a:moveTo>
                  <a:pt x="1842225" y="0"/>
                </a:moveTo>
                <a:cubicBezTo>
                  <a:pt x="2859658" y="0"/>
                  <a:pt x="3684450" y="824792"/>
                  <a:pt x="3684450" y="1842225"/>
                </a:cubicBezTo>
                <a:cubicBezTo>
                  <a:pt x="3684450" y="2859658"/>
                  <a:pt x="2859658" y="3684450"/>
                  <a:pt x="1842225" y="3684450"/>
                </a:cubicBezTo>
                <a:cubicBezTo>
                  <a:pt x="824792" y="3684450"/>
                  <a:pt x="0" y="2859658"/>
                  <a:pt x="0" y="1842225"/>
                </a:cubicBezTo>
                <a:cubicBezTo>
                  <a:pt x="0" y="824792"/>
                  <a:pt x="824792" y="0"/>
                  <a:pt x="1842225" y="0"/>
                </a:cubicBezTo>
                <a:close/>
              </a:path>
            </a:pathLst>
          </a:custGeom>
        </p:spPr>
        <p:txBody>
          <a:bodyPr wrap="square" anchor="ctr" anchorCtr="0">
            <a:noAutofit/>
          </a:bodyPr>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27" name="Picture Placeholder 26"/>
          <p:cNvSpPr>
            <a:spLocks noGrp="1"/>
          </p:cNvSpPr>
          <p:nvPr>
            <p:ph type="pic" sz="quarter" idx="15"/>
          </p:nvPr>
        </p:nvSpPr>
        <p:spPr>
          <a:xfrm>
            <a:off x="7926676" y="4305663"/>
            <a:ext cx="3099523" cy="3099523"/>
          </a:xfrm>
          <a:custGeom>
            <a:avLst/>
            <a:gdLst>
              <a:gd name="connsiteX0" fmla="*/ 1842225 w 3684450"/>
              <a:gd name="connsiteY0" fmla="*/ 0 h 3684450"/>
              <a:gd name="connsiteX1" fmla="*/ 3684450 w 3684450"/>
              <a:gd name="connsiteY1" fmla="*/ 1842225 h 3684450"/>
              <a:gd name="connsiteX2" fmla="*/ 1842225 w 3684450"/>
              <a:gd name="connsiteY2" fmla="*/ 3684450 h 3684450"/>
              <a:gd name="connsiteX3" fmla="*/ 0 w 3684450"/>
              <a:gd name="connsiteY3" fmla="*/ 1842225 h 3684450"/>
              <a:gd name="connsiteX4" fmla="*/ 1842225 w 3684450"/>
              <a:gd name="connsiteY4" fmla="*/ 0 h 3684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4450" h="3684450">
                <a:moveTo>
                  <a:pt x="1842225" y="0"/>
                </a:moveTo>
                <a:cubicBezTo>
                  <a:pt x="2859658" y="0"/>
                  <a:pt x="3684450" y="824792"/>
                  <a:pt x="3684450" y="1842225"/>
                </a:cubicBezTo>
                <a:cubicBezTo>
                  <a:pt x="3684450" y="2859658"/>
                  <a:pt x="2859658" y="3684450"/>
                  <a:pt x="1842225" y="3684450"/>
                </a:cubicBezTo>
                <a:cubicBezTo>
                  <a:pt x="824792" y="3684450"/>
                  <a:pt x="0" y="2859658"/>
                  <a:pt x="0" y="1842225"/>
                </a:cubicBezTo>
                <a:cubicBezTo>
                  <a:pt x="0" y="824792"/>
                  <a:pt x="824792" y="0"/>
                  <a:pt x="1842225" y="0"/>
                </a:cubicBezTo>
                <a:close/>
              </a:path>
            </a:pathLst>
          </a:custGeom>
        </p:spPr>
        <p:txBody>
          <a:bodyPr wrap="square" anchor="ctr" anchorCtr="0">
            <a:noAutofit/>
          </a:bodyPr>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28" name="Picture Placeholder 27"/>
          <p:cNvSpPr>
            <a:spLocks noGrp="1"/>
          </p:cNvSpPr>
          <p:nvPr>
            <p:ph type="pic" sz="quarter" idx="16"/>
          </p:nvPr>
        </p:nvSpPr>
        <p:spPr>
          <a:xfrm>
            <a:off x="13357800" y="4305663"/>
            <a:ext cx="3099523" cy="3099523"/>
          </a:xfrm>
          <a:custGeom>
            <a:avLst/>
            <a:gdLst>
              <a:gd name="connsiteX0" fmla="*/ 1842225 w 3684450"/>
              <a:gd name="connsiteY0" fmla="*/ 0 h 3684450"/>
              <a:gd name="connsiteX1" fmla="*/ 3684450 w 3684450"/>
              <a:gd name="connsiteY1" fmla="*/ 1842225 h 3684450"/>
              <a:gd name="connsiteX2" fmla="*/ 1842225 w 3684450"/>
              <a:gd name="connsiteY2" fmla="*/ 3684450 h 3684450"/>
              <a:gd name="connsiteX3" fmla="*/ 0 w 3684450"/>
              <a:gd name="connsiteY3" fmla="*/ 1842225 h 3684450"/>
              <a:gd name="connsiteX4" fmla="*/ 1842225 w 3684450"/>
              <a:gd name="connsiteY4" fmla="*/ 0 h 3684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4450" h="3684450">
                <a:moveTo>
                  <a:pt x="1842225" y="0"/>
                </a:moveTo>
                <a:cubicBezTo>
                  <a:pt x="2859658" y="0"/>
                  <a:pt x="3684450" y="824792"/>
                  <a:pt x="3684450" y="1842225"/>
                </a:cubicBezTo>
                <a:cubicBezTo>
                  <a:pt x="3684450" y="2859658"/>
                  <a:pt x="2859658" y="3684450"/>
                  <a:pt x="1842225" y="3684450"/>
                </a:cubicBezTo>
                <a:cubicBezTo>
                  <a:pt x="824792" y="3684450"/>
                  <a:pt x="0" y="2859658"/>
                  <a:pt x="0" y="1842225"/>
                </a:cubicBezTo>
                <a:cubicBezTo>
                  <a:pt x="0" y="824792"/>
                  <a:pt x="824792" y="0"/>
                  <a:pt x="1842225" y="0"/>
                </a:cubicBezTo>
                <a:close/>
              </a:path>
            </a:pathLst>
          </a:custGeom>
        </p:spPr>
        <p:txBody>
          <a:bodyPr wrap="square" anchor="ctr" anchorCtr="0">
            <a:noAutofit/>
          </a:bodyPr>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29" name="Picture Placeholder 28"/>
          <p:cNvSpPr>
            <a:spLocks noGrp="1"/>
          </p:cNvSpPr>
          <p:nvPr>
            <p:ph type="pic" sz="quarter" idx="17"/>
          </p:nvPr>
        </p:nvSpPr>
        <p:spPr>
          <a:xfrm>
            <a:off x="18788925" y="4305663"/>
            <a:ext cx="3099523" cy="3099523"/>
          </a:xfrm>
          <a:custGeom>
            <a:avLst/>
            <a:gdLst>
              <a:gd name="connsiteX0" fmla="*/ 1842225 w 3684450"/>
              <a:gd name="connsiteY0" fmla="*/ 0 h 3684450"/>
              <a:gd name="connsiteX1" fmla="*/ 3684450 w 3684450"/>
              <a:gd name="connsiteY1" fmla="*/ 1842225 h 3684450"/>
              <a:gd name="connsiteX2" fmla="*/ 1842225 w 3684450"/>
              <a:gd name="connsiteY2" fmla="*/ 3684450 h 3684450"/>
              <a:gd name="connsiteX3" fmla="*/ 0 w 3684450"/>
              <a:gd name="connsiteY3" fmla="*/ 1842225 h 3684450"/>
              <a:gd name="connsiteX4" fmla="*/ 1842225 w 3684450"/>
              <a:gd name="connsiteY4" fmla="*/ 0 h 3684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4450" h="3684450">
                <a:moveTo>
                  <a:pt x="1842225" y="0"/>
                </a:moveTo>
                <a:cubicBezTo>
                  <a:pt x="2859658" y="0"/>
                  <a:pt x="3684450" y="824792"/>
                  <a:pt x="3684450" y="1842225"/>
                </a:cubicBezTo>
                <a:cubicBezTo>
                  <a:pt x="3684450" y="2859658"/>
                  <a:pt x="2859658" y="3684450"/>
                  <a:pt x="1842225" y="3684450"/>
                </a:cubicBezTo>
                <a:cubicBezTo>
                  <a:pt x="824792" y="3684450"/>
                  <a:pt x="0" y="2859658"/>
                  <a:pt x="0" y="1842225"/>
                </a:cubicBezTo>
                <a:cubicBezTo>
                  <a:pt x="0" y="824792"/>
                  <a:pt x="824792" y="0"/>
                  <a:pt x="1842225" y="0"/>
                </a:cubicBezTo>
                <a:close/>
              </a:path>
            </a:pathLst>
          </a:custGeom>
        </p:spPr>
        <p:txBody>
          <a:bodyPr wrap="square" anchor="ctr" anchorCtr="0">
            <a:noAutofit/>
          </a:bodyPr>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6" name="Title 8">
            <a:extLst>
              <a:ext uri="{FF2B5EF4-FFF2-40B4-BE49-F238E27FC236}">
                <a16:creationId xmlns:a16="http://schemas.microsoft.com/office/drawing/2014/main" id="{E0A09C30-6134-4BF7-A55D-77E5A3DA9CD2}"/>
              </a:ext>
            </a:extLst>
          </p:cNvPr>
          <p:cNvSpPr>
            <a:spLocks noGrp="1"/>
          </p:cNvSpPr>
          <p:nvPr>
            <p:ph type="title"/>
          </p:nvPr>
        </p:nvSpPr>
        <p:spPr>
          <a:xfrm>
            <a:off x="1630680" y="1375096"/>
            <a:ext cx="21076920" cy="1016357"/>
          </a:xfrm>
          <a:prstGeom prst="rect">
            <a:avLst/>
          </a:prstGeom>
        </p:spPr>
        <p:txBody>
          <a:bodyPr lIns="0" tIns="0" rIns="0" bIns="0" anchor="t" anchorCtr="0"/>
          <a:lstStyle>
            <a:lvl1pPr>
              <a:defRPr sz="7000" b="1">
                <a:solidFill>
                  <a:schemeClr val="accent1"/>
                </a:solidFill>
                <a:latin typeface="Montserrat" panose="00000500000000000000" pitchFamily="2" charset="0"/>
                <a:ea typeface="Open Sans" panose="020B0606030504020204" pitchFamily="34" charset="0"/>
                <a:cs typeface="Open Sans" panose="020B0606030504020204" pitchFamily="34" charset="0"/>
              </a:defRPr>
            </a:lvl1pPr>
          </a:lstStyle>
          <a:p>
            <a:r>
              <a:rPr lang="en-US"/>
              <a:t>Click to edit Master title style</a:t>
            </a:r>
          </a:p>
        </p:txBody>
      </p:sp>
      <p:sp>
        <p:nvSpPr>
          <p:cNvPr id="17" name="Text Placeholder 18">
            <a:extLst>
              <a:ext uri="{FF2B5EF4-FFF2-40B4-BE49-F238E27FC236}">
                <a16:creationId xmlns:a16="http://schemas.microsoft.com/office/drawing/2014/main" id="{C5C72A3B-548D-D7EE-0524-7002E771BD02}"/>
              </a:ext>
            </a:extLst>
          </p:cNvPr>
          <p:cNvSpPr>
            <a:spLocks noGrp="1"/>
          </p:cNvSpPr>
          <p:nvPr>
            <p:ph type="body" sz="quarter" idx="10"/>
          </p:nvPr>
        </p:nvSpPr>
        <p:spPr>
          <a:xfrm>
            <a:off x="1676400" y="835126"/>
            <a:ext cx="21031200" cy="304699"/>
          </a:xfrm>
          <a:prstGeom prst="rect">
            <a:avLst/>
          </a:prstGeom>
        </p:spPr>
        <p:txBody>
          <a:bodyPr wrap="square" lIns="0" tIns="0" rIns="0" bIns="0">
            <a:noAutofit/>
          </a:bodyPr>
          <a:lstStyle>
            <a:lvl1pPr marL="0" indent="0">
              <a:lnSpc>
                <a:spcPct val="100000"/>
              </a:lnSpc>
              <a:spcBef>
                <a:spcPts val="0"/>
              </a:spcBef>
              <a:buNone/>
              <a:defRPr sz="2600" cap="all" spc="500" baseline="0">
                <a:solidFill>
                  <a:schemeClr val="tx2"/>
                </a:solidFill>
                <a:latin typeface="Montserrat" panose="00000500000000000000" pitchFamily="2" charset="0"/>
                <a:ea typeface="Open Sans" panose="020B0606030504020204" pitchFamily="34" charset="0"/>
                <a:cs typeface="Open Sans" panose="020B06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sp>
        <p:nvSpPr>
          <p:cNvPr id="18" name="Text Placeholder 18">
            <a:extLst>
              <a:ext uri="{FF2B5EF4-FFF2-40B4-BE49-F238E27FC236}">
                <a16:creationId xmlns:a16="http://schemas.microsoft.com/office/drawing/2014/main" id="{85227CED-C30A-B7F8-5BCB-C4D05A423942}"/>
              </a:ext>
            </a:extLst>
          </p:cNvPr>
          <p:cNvSpPr>
            <a:spLocks noGrp="1"/>
          </p:cNvSpPr>
          <p:nvPr>
            <p:ph type="body" sz="quarter" idx="11"/>
          </p:nvPr>
        </p:nvSpPr>
        <p:spPr>
          <a:xfrm>
            <a:off x="1676400" y="2503436"/>
            <a:ext cx="21031200" cy="424699"/>
          </a:xfrm>
          <a:prstGeom prst="rect">
            <a:avLst/>
          </a:prstGeom>
        </p:spPr>
        <p:txBody>
          <a:bodyPr wrap="square" lIns="0" tIns="0" rIns="0" bIns="0">
            <a:noAutofit/>
          </a:bodyPr>
          <a:lstStyle>
            <a:lvl1pPr marL="0" indent="0">
              <a:lnSpc>
                <a:spcPct val="100000"/>
              </a:lnSpc>
              <a:spcBef>
                <a:spcPts val="0"/>
              </a:spcBef>
              <a:buNone/>
              <a:defRPr sz="2800" cap="none" spc="0" baseline="0">
                <a:solidFill>
                  <a:schemeClr val="tx1"/>
                </a:solidFill>
                <a:latin typeface="Montserrat" panose="00000500000000000000" pitchFamily="2" charset="0"/>
                <a:ea typeface="Open Sans Light" panose="020B0306030504020204" pitchFamily="34" charset="0"/>
                <a:cs typeface="Open Sans Light" panose="020B03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grpSp>
        <p:nvGrpSpPr>
          <p:cNvPr id="19" name="Group 18">
            <a:extLst>
              <a:ext uri="{FF2B5EF4-FFF2-40B4-BE49-F238E27FC236}">
                <a16:creationId xmlns:a16="http://schemas.microsoft.com/office/drawing/2014/main" id="{0DEB1604-D183-C230-AB7E-7B2EDA1F1C87}"/>
              </a:ext>
            </a:extLst>
          </p:cNvPr>
          <p:cNvGrpSpPr/>
          <p:nvPr userDrawn="1"/>
        </p:nvGrpSpPr>
        <p:grpSpPr>
          <a:xfrm>
            <a:off x="0" y="1808741"/>
            <a:ext cx="1087120" cy="76662"/>
            <a:chOff x="3244850" y="3002280"/>
            <a:chExt cx="1752600" cy="152400"/>
          </a:xfrm>
          <a:solidFill>
            <a:schemeClr val="accent3"/>
          </a:solidFill>
        </p:grpSpPr>
        <p:sp>
          <p:nvSpPr>
            <p:cNvPr id="20" name="Rectangle 19">
              <a:extLst>
                <a:ext uri="{FF2B5EF4-FFF2-40B4-BE49-F238E27FC236}">
                  <a16:creationId xmlns:a16="http://schemas.microsoft.com/office/drawing/2014/main" id="{B7BA7430-ECA1-2868-5766-66A0032DCC34}"/>
                </a:ext>
              </a:extLst>
            </p:cNvPr>
            <p:cNvSpPr/>
            <p:nvPr/>
          </p:nvSpPr>
          <p:spPr>
            <a:xfrm>
              <a:off x="4121150" y="3002280"/>
              <a:ext cx="876300" cy="152400"/>
            </a:xfrm>
            <a:prstGeom prst="rect">
              <a:avLst/>
            </a:prstGeom>
            <a:solidFill>
              <a:srgbClr val="CEF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105A4A7-9F7A-438D-FA59-24D4729B283E}"/>
                </a:ext>
              </a:extLst>
            </p:cNvPr>
            <p:cNvSpPr/>
            <p:nvPr/>
          </p:nvSpPr>
          <p:spPr>
            <a:xfrm>
              <a:off x="3244850" y="3002280"/>
              <a:ext cx="876300" cy="15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Oval 1">
            <a:extLst>
              <a:ext uri="{FF2B5EF4-FFF2-40B4-BE49-F238E27FC236}">
                <a16:creationId xmlns:a16="http://schemas.microsoft.com/office/drawing/2014/main" id="{2B31A08E-B18A-A0B8-6255-B98B00C19307}"/>
              </a:ext>
            </a:extLst>
          </p:cNvPr>
          <p:cNvSpPr/>
          <p:nvPr userDrawn="1"/>
        </p:nvSpPr>
        <p:spPr>
          <a:xfrm>
            <a:off x="23078887" y="12667136"/>
            <a:ext cx="540000" cy="540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9D579DB5-02B6-E4D0-A19C-8C6A4492C41E}"/>
              </a:ext>
            </a:extLst>
          </p:cNvPr>
          <p:cNvSpPr txBox="1"/>
          <p:nvPr userDrawn="1"/>
        </p:nvSpPr>
        <p:spPr>
          <a:xfrm>
            <a:off x="23082757" y="12789310"/>
            <a:ext cx="539750" cy="276999"/>
          </a:xfrm>
          <a:prstGeom prst="rect">
            <a:avLst/>
          </a:prstGeom>
          <a:noFill/>
        </p:spPr>
        <p:txBody>
          <a:bodyPr wrap="square" lIns="0" tIns="0" rIns="0" bIns="0" rtlCol="0">
            <a:spAutoFit/>
          </a:bodyPr>
          <a:lstStyle/>
          <a:p>
            <a:pPr algn="ctr"/>
            <a:fld id="{BD8018E6-5008-4D09-8834-2943DEA75A3D}" type="slidenum">
              <a:rPr lang="en-US" sz="1800" b="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800" b="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939371821"/>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guide id="5" orient="horz" pos="2304">
          <p15:clr>
            <a:srgbClr val="FBAE40"/>
          </p15:clr>
        </p15:guide>
        <p15:guide id="6" pos="2208">
          <p15:clr>
            <a:srgbClr val="FBAE40"/>
          </p15:clr>
        </p15:guide>
        <p15:guide id="7" pos="131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at right 01">
    <p:spTree>
      <p:nvGrpSpPr>
        <p:cNvPr id="1" name=""/>
        <p:cNvGrpSpPr/>
        <p:nvPr/>
      </p:nvGrpSpPr>
      <p:grpSpPr>
        <a:xfrm>
          <a:off x="0" y="0"/>
          <a:ext cx="0" cy="0"/>
          <a:chOff x="0" y="0"/>
          <a:chExt cx="0" cy="0"/>
        </a:xfrm>
      </p:grpSpPr>
      <p:sp>
        <p:nvSpPr>
          <p:cNvPr id="12" name="Picture Placeholder 2"/>
          <p:cNvSpPr>
            <a:spLocks noGrp="1"/>
          </p:cNvSpPr>
          <p:nvPr>
            <p:ph type="pic" sz="quarter" idx="13"/>
          </p:nvPr>
        </p:nvSpPr>
        <p:spPr>
          <a:xfrm>
            <a:off x="12128501" y="3657600"/>
            <a:ext cx="10579100" cy="8915400"/>
          </a:xfrm>
          <a:prstGeom prst="rect">
            <a:avLst/>
          </a:prstGeom>
        </p:spPr>
        <p:txBody>
          <a:bodyPr anchor="ctr" anchorCtr="0"/>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4" name="Title 8">
            <a:extLst>
              <a:ext uri="{FF2B5EF4-FFF2-40B4-BE49-F238E27FC236}">
                <a16:creationId xmlns:a16="http://schemas.microsoft.com/office/drawing/2014/main" id="{9B2F553D-224D-C7DA-68AB-36609C583627}"/>
              </a:ext>
            </a:extLst>
          </p:cNvPr>
          <p:cNvSpPr>
            <a:spLocks noGrp="1"/>
          </p:cNvSpPr>
          <p:nvPr>
            <p:ph type="title"/>
          </p:nvPr>
        </p:nvSpPr>
        <p:spPr>
          <a:xfrm>
            <a:off x="1630680" y="1375096"/>
            <a:ext cx="21076920" cy="1016357"/>
          </a:xfrm>
          <a:prstGeom prst="rect">
            <a:avLst/>
          </a:prstGeom>
        </p:spPr>
        <p:txBody>
          <a:bodyPr lIns="0" tIns="0" rIns="0" bIns="0" anchor="t" anchorCtr="0"/>
          <a:lstStyle>
            <a:lvl1pPr>
              <a:defRPr sz="7000" b="1">
                <a:solidFill>
                  <a:schemeClr val="accent1"/>
                </a:solidFill>
                <a:latin typeface="Montserrat" panose="00000500000000000000" pitchFamily="2" charset="0"/>
                <a:ea typeface="Open Sans" panose="020B0606030504020204" pitchFamily="34" charset="0"/>
                <a:cs typeface="Open Sans" panose="020B0606030504020204" pitchFamily="34" charset="0"/>
              </a:defRPr>
            </a:lvl1pPr>
          </a:lstStyle>
          <a:p>
            <a:r>
              <a:rPr lang="en-US"/>
              <a:t>Click to edit Master title style</a:t>
            </a:r>
          </a:p>
        </p:txBody>
      </p:sp>
      <p:sp>
        <p:nvSpPr>
          <p:cNvPr id="15" name="Text Placeholder 18">
            <a:extLst>
              <a:ext uri="{FF2B5EF4-FFF2-40B4-BE49-F238E27FC236}">
                <a16:creationId xmlns:a16="http://schemas.microsoft.com/office/drawing/2014/main" id="{4D66FA55-F9D9-58D0-6264-65F8C8E11F6D}"/>
              </a:ext>
            </a:extLst>
          </p:cNvPr>
          <p:cNvSpPr>
            <a:spLocks noGrp="1"/>
          </p:cNvSpPr>
          <p:nvPr>
            <p:ph type="body" sz="quarter" idx="10"/>
          </p:nvPr>
        </p:nvSpPr>
        <p:spPr>
          <a:xfrm>
            <a:off x="1676400" y="835126"/>
            <a:ext cx="21031200" cy="304699"/>
          </a:xfrm>
          <a:prstGeom prst="rect">
            <a:avLst/>
          </a:prstGeom>
        </p:spPr>
        <p:txBody>
          <a:bodyPr wrap="square" lIns="0" tIns="0" rIns="0" bIns="0">
            <a:noAutofit/>
          </a:bodyPr>
          <a:lstStyle>
            <a:lvl1pPr marL="0" indent="0">
              <a:lnSpc>
                <a:spcPct val="100000"/>
              </a:lnSpc>
              <a:spcBef>
                <a:spcPts val="0"/>
              </a:spcBef>
              <a:buNone/>
              <a:defRPr sz="2600" cap="all" spc="500" baseline="0">
                <a:solidFill>
                  <a:schemeClr val="tx2"/>
                </a:solidFill>
                <a:latin typeface="Montserrat" panose="00000500000000000000" pitchFamily="2" charset="0"/>
                <a:ea typeface="Open Sans" panose="020B0606030504020204" pitchFamily="34" charset="0"/>
                <a:cs typeface="Open Sans" panose="020B06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sp>
        <p:nvSpPr>
          <p:cNvPr id="19" name="Text Placeholder 18">
            <a:extLst>
              <a:ext uri="{FF2B5EF4-FFF2-40B4-BE49-F238E27FC236}">
                <a16:creationId xmlns:a16="http://schemas.microsoft.com/office/drawing/2014/main" id="{BEE9C544-DEC5-1B0A-C793-F1C212922A65}"/>
              </a:ext>
            </a:extLst>
          </p:cNvPr>
          <p:cNvSpPr>
            <a:spLocks noGrp="1"/>
          </p:cNvSpPr>
          <p:nvPr>
            <p:ph type="body" sz="quarter" idx="11"/>
          </p:nvPr>
        </p:nvSpPr>
        <p:spPr>
          <a:xfrm>
            <a:off x="1676400" y="2503436"/>
            <a:ext cx="21031200" cy="424699"/>
          </a:xfrm>
          <a:prstGeom prst="rect">
            <a:avLst/>
          </a:prstGeom>
        </p:spPr>
        <p:txBody>
          <a:bodyPr wrap="square" lIns="0" tIns="0" rIns="0" bIns="0">
            <a:noAutofit/>
          </a:bodyPr>
          <a:lstStyle>
            <a:lvl1pPr marL="0" indent="0">
              <a:lnSpc>
                <a:spcPct val="100000"/>
              </a:lnSpc>
              <a:spcBef>
                <a:spcPts val="0"/>
              </a:spcBef>
              <a:buNone/>
              <a:defRPr sz="2800" cap="none" spc="0" baseline="0">
                <a:solidFill>
                  <a:schemeClr val="tx1"/>
                </a:solidFill>
                <a:latin typeface="Montserrat" panose="00000500000000000000" pitchFamily="2" charset="0"/>
                <a:ea typeface="Open Sans Light" panose="020B0306030504020204" pitchFamily="34" charset="0"/>
                <a:cs typeface="Open Sans Light" panose="020B03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grpSp>
        <p:nvGrpSpPr>
          <p:cNvPr id="11" name="Group 10">
            <a:extLst>
              <a:ext uri="{FF2B5EF4-FFF2-40B4-BE49-F238E27FC236}">
                <a16:creationId xmlns:a16="http://schemas.microsoft.com/office/drawing/2014/main" id="{E570DD6F-8655-9F67-7A38-52754C4C932E}"/>
              </a:ext>
            </a:extLst>
          </p:cNvPr>
          <p:cNvGrpSpPr/>
          <p:nvPr userDrawn="1"/>
        </p:nvGrpSpPr>
        <p:grpSpPr>
          <a:xfrm>
            <a:off x="0" y="1808741"/>
            <a:ext cx="1087120" cy="76662"/>
            <a:chOff x="3244850" y="3002280"/>
            <a:chExt cx="1752600" cy="152400"/>
          </a:xfrm>
          <a:solidFill>
            <a:schemeClr val="accent3"/>
          </a:solidFill>
        </p:grpSpPr>
        <p:sp>
          <p:nvSpPr>
            <p:cNvPr id="13" name="Rectangle 12">
              <a:extLst>
                <a:ext uri="{FF2B5EF4-FFF2-40B4-BE49-F238E27FC236}">
                  <a16:creationId xmlns:a16="http://schemas.microsoft.com/office/drawing/2014/main" id="{A431CC80-D5CD-FA5D-A8C5-88857AA41599}"/>
                </a:ext>
              </a:extLst>
            </p:cNvPr>
            <p:cNvSpPr/>
            <p:nvPr/>
          </p:nvSpPr>
          <p:spPr>
            <a:xfrm>
              <a:off x="4121150" y="3002280"/>
              <a:ext cx="876300" cy="152400"/>
            </a:xfrm>
            <a:prstGeom prst="rect">
              <a:avLst/>
            </a:prstGeom>
            <a:solidFill>
              <a:srgbClr val="CEF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EA975E-CBB7-F094-18E7-9A2248883EE9}"/>
                </a:ext>
              </a:extLst>
            </p:cNvPr>
            <p:cNvSpPr/>
            <p:nvPr/>
          </p:nvSpPr>
          <p:spPr>
            <a:xfrm>
              <a:off x="3244850" y="3002280"/>
              <a:ext cx="876300" cy="15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Oval 1">
            <a:extLst>
              <a:ext uri="{FF2B5EF4-FFF2-40B4-BE49-F238E27FC236}">
                <a16:creationId xmlns:a16="http://schemas.microsoft.com/office/drawing/2014/main" id="{B8767B2C-FE62-0890-6F8E-4A772CC33FB0}"/>
              </a:ext>
            </a:extLst>
          </p:cNvPr>
          <p:cNvSpPr/>
          <p:nvPr userDrawn="1"/>
        </p:nvSpPr>
        <p:spPr>
          <a:xfrm>
            <a:off x="23078887" y="12667136"/>
            <a:ext cx="540000" cy="540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5C2ECB1B-23EE-72D2-BD36-6EF00FC3FCF6}"/>
              </a:ext>
            </a:extLst>
          </p:cNvPr>
          <p:cNvSpPr txBox="1"/>
          <p:nvPr userDrawn="1"/>
        </p:nvSpPr>
        <p:spPr>
          <a:xfrm>
            <a:off x="23082757" y="12789310"/>
            <a:ext cx="539750" cy="276999"/>
          </a:xfrm>
          <a:prstGeom prst="rect">
            <a:avLst/>
          </a:prstGeom>
          <a:noFill/>
        </p:spPr>
        <p:txBody>
          <a:bodyPr wrap="square" lIns="0" tIns="0" rIns="0" bIns="0" rtlCol="0">
            <a:spAutoFit/>
          </a:bodyPr>
          <a:lstStyle/>
          <a:p>
            <a:pPr algn="ctr"/>
            <a:fld id="{BD8018E6-5008-4D09-8834-2943DEA75A3D}" type="slidenum">
              <a:rPr lang="en-US" sz="1800" b="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800" b="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443655072"/>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guide id="5" orient="horz" pos="230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at right 02">
    <p:spTree>
      <p:nvGrpSpPr>
        <p:cNvPr id="1" name=""/>
        <p:cNvGrpSpPr/>
        <p:nvPr/>
      </p:nvGrpSpPr>
      <p:grpSpPr>
        <a:xfrm>
          <a:off x="0" y="0"/>
          <a:ext cx="0" cy="0"/>
          <a:chOff x="0" y="0"/>
          <a:chExt cx="0" cy="0"/>
        </a:xfrm>
      </p:grpSpPr>
      <p:sp>
        <p:nvSpPr>
          <p:cNvPr id="13" name="Picture Placeholder 2"/>
          <p:cNvSpPr>
            <a:spLocks noGrp="1"/>
          </p:cNvSpPr>
          <p:nvPr>
            <p:ph type="pic" sz="quarter" idx="13"/>
          </p:nvPr>
        </p:nvSpPr>
        <p:spPr>
          <a:xfrm>
            <a:off x="16231195" y="0"/>
            <a:ext cx="6476405" cy="12573000"/>
          </a:xfrm>
          <a:prstGeom prst="rect">
            <a:avLst/>
          </a:prstGeom>
        </p:spPr>
        <p:txBody>
          <a:bodyPr anchor="ctr" anchorCtr="0"/>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4" name="Title 8">
            <a:extLst>
              <a:ext uri="{FF2B5EF4-FFF2-40B4-BE49-F238E27FC236}">
                <a16:creationId xmlns:a16="http://schemas.microsoft.com/office/drawing/2014/main" id="{74A8FC15-91A0-605F-42A8-77861768E2EA}"/>
              </a:ext>
            </a:extLst>
          </p:cNvPr>
          <p:cNvSpPr>
            <a:spLocks noGrp="1"/>
          </p:cNvSpPr>
          <p:nvPr>
            <p:ph type="title"/>
          </p:nvPr>
        </p:nvSpPr>
        <p:spPr>
          <a:xfrm>
            <a:off x="1630680" y="1375096"/>
            <a:ext cx="14316456" cy="1016357"/>
          </a:xfrm>
          <a:prstGeom prst="rect">
            <a:avLst/>
          </a:prstGeom>
        </p:spPr>
        <p:txBody>
          <a:bodyPr lIns="0" tIns="0" rIns="0" bIns="0" anchor="t" anchorCtr="0"/>
          <a:lstStyle>
            <a:lvl1pPr>
              <a:defRPr sz="7000" b="1">
                <a:solidFill>
                  <a:schemeClr val="accent1"/>
                </a:solidFill>
                <a:latin typeface="Montserrat" panose="00000500000000000000" pitchFamily="2" charset="0"/>
                <a:ea typeface="Open Sans" panose="020B0606030504020204" pitchFamily="34" charset="0"/>
                <a:cs typeface="Open Sans" panose="020B0606030504020204" pitchFamily="34" charset="0"/>
              </a:defRPr>
            </a:lvl1pPr>
          </a:lstStyle>
          <a:p>
            <a:r>
              <a:rPr lang="en-US"/>
              <a:t>Click to edit Master title style</a:t>
            </a:r>
          </a:p>
        </p:txBody>
      </p:sp>
      <p:sp>
        <p:nvSpPr>
          <p:cNvPr id="15" name="Text Placeholder 18">
            <a:extLst>
              <a:ext uri="{FF2B5EF4-FFF2-40B4-BE49-F238E27FC236}">
                <a16:creationId xmlns:a16="http://schemas.microsoft.com/office/drawing/2014/main" id="{64308AFA-2414-E525-35D1-F96595AC1429}"/>
              </a:ext>
            </a:extLst>
          </p:cNvPr>
          <p:cNvSpPr>
            <a:spLocks noGrp="1"/>
          </p:cNvSpPr>
          <p:nvPr>
            <p:ph type="body" sz="quarter" idx="10"/>
          </p:nvPr>
        </p:nvSpPr>
        <p:spPr>
          <a:xfrm>
            <a:off x="1676400" y="835126"/>
            <a:ext cx="14285401" cy="304699"/>
          </a:xfrm>
          <a:prstGeom prst="rect">
            <a:avLst/>
          </a:prstGeom>
        </p:spPr>
        <p:txBody>
          <a:bodyPr wrap="square" lIns="0" tIns="0" rIns="0" bIns="0">
            <a:noAutofit/>
          </a:bodyPr>
          <a:lstStyle>
            <a:lvl1pPr marL="0" indent="0">
              <a:lnSpc>
                <a:spcPct val="100000"/>
              </a:lnSpc>
              <a:spcBef>
                <a:spcPts val="0"/>
              </a:spcBef>
              <a:buNone/>
              <a:defRPr sz="2600" cap="all" spc="500" baseline="0">
                <a:solidFill>
                  <a:schemeClr val="tx2"/>
                </a:solidFill>
                <a:latin typeface="Montserrat" panose="00000500000000000000" pitchFamily="2" charset="0"/>
                <a:ea typeface="Open Sans" panose="020B0606030504020204" pitchFamily="34" charset="0"/>
                <a:cs typeface="Open Sans" panose="020B06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sp>
        <p:nvSpPr>
          <p:cNvPr id="19" name="Text Placeholder 18">
            <a:extLst>
              <a:ext uri="{FF2B5EF4-FFF2-40B4-BE49-F238E27FC236}">
                <a16:creationId xmlns:a16="http://schemas.microsoft.com/office/drawing/2014/main" id="{FDDB70CD-4125-8E04-DD35-222F0A059F1E}"/>
              </a:ext>
            </a:extLst>
          </p:cNvPr>
          <p:cNvSpPr>
            <a:spLocks noGrp="1"/>
          </p:cNvSpPr>
          <p:nvPr>
            <p:ph type="body" sz="quarter" idx="11"/>
          </p:nvPr>
        </p:nvSpPr>
        <p:spPr>
          <a:xfrm>
            <a:off x="1676400" y="2503436"/>
            <a:ext cx="14285401" cy="424699"/>
          </a:xfrm>
          <a:prstGeom prst="rect">
            <a:avLst/>
          </a:prstGeom>
        </p:spPr>
        <p:txBody>
          <a:bodyPr wrap="square" lIns="0" tIns="0" rIns="0" bIns="0">
            <a:noAutofit/>
          </a:bodyPr>
          <a:lstStyle>
            <a:lvl1pPr marL="0" indent="0">
              <a:lnSpc>
                <a:spcPct val="100000"/>
              </a:lnSpc>
              <a:spcBef>
                <a:spcPts val="0"/>
              </a:spcBef>
              <a:buNone/>
              <a:defRPr sz="2800" cap="none" spc="0" baseline="0">
                <a:solidFill>
                  <a:schemeClr val="tx1"/>
                </a:solidFill>
                <a:latin typeface="Montserrat" panose="00000500000000000000" pitchFamily="2" charset="0"/>
                <a:ea typeface="Open Sans Light" panose="020B0306030504020204" pitchFamily="34" charset="0"/>
                <a:cs typeface="Open Sans Light" panose="020B03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grpSp>
        <p:nvGrpSpPr>
          <p:cNvPr id="11" name="Group 10">
            <a:extLst>
              <a:ext uri="{FF2B5EF4-FFF2-40B4-BE49-F238E27FC236}">
                <a16:creationId xmlns:a16="http://schemas.microsoft.com/office/drawing/2014/main" id="{3FC728D0-903D-6F1B-0752-694C50187344}"/>
              </a:ext>
            </a:extLst>
          </p:cNvPr>
          <p:cNvGrpSpPr/>
          <p:nvPr userDrawn="1"/>
        </p:nvGrpSpPr>
        <p:grpSpPr>
          <a:xfrm>
            <a:off x="0" y="1808741"/>
            <a:ext cx="1087120" cy="76662"/>
            <a:chOff x="3244850" y="3002280"/>
            <a:chExt cx="1752600" cy="152400"/>
          </a:xfrm>
          <a:solidFill>
            <a:schemeClr val="accent3"/>
          </a:solidFill>
        </p:grpSpPr>
        <p:sp>
          <p:nvSpPr>
            <p:cNvPr id="12" name="Rectangle 11">
              <a:extLst>
                <a:ext uri="{FF2B5EF4-FFF2-40B4-BE49-F238E27FC236}">
                  <a16:creationId xmlns:a16="http://schemas.microsoft.com/office/drawing/2014/main" id="{EB32653F-C14A-536A-A839-C0214F509DCD}"/>
                </a:ext>
              </a:extLst>
            </p:cNvPr>
            <p:cNvSpPr/>
            <p:nvPr/>
          </p:nvSpPr>
          <p:spPr>
            <a:xfrm>
              <a:off x="4121150" y="3002280"/>
              <a:ext cx="876300" cy="152400"/>
            </a:xfrm>
            <a:prstGeom prst="rect">
              <a:avLst/>
            </a:prstGeom>
            <a:solidFill>
              <a:srgbClr val="CEF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17F3F8F-3F78-68A5-F494-6EC76878B7A1}"/>
                </a:ext>
              </a:extLst>
            </p:cNvPr>
            <p:cNvSpPr/>
            <p:nvPr/>
          </p:nvSpPr>
          <p:spPr>
            <a:xfrm>
              <a:off x="3244850" y="3002280"/>
              <a:ext cx="876300" cy="15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Oval 1">
            <a:extLst>
              <a:ext uri="{FF2B5EF4-FFF2-40B4-BE49-F238E27FC236}">
                <a16:creationId xmlns:a16="http://schemas.microsoft.com/office/drawing/2014/main" id="{74888F52-A22B-DBF0-F603-60E0DD60C35C}"/>
              </a:ext>
            </a:extLst>
          </p:cNvPr>
          <p:cNvSpPr/>
          <p:nvPr userDrawn="1"/>
        </p:nvSpPr>
        <p:spPr>
          <a:xfrm>
            <a:off x="23078887" y="12667136"/>
            <a:ext cx="540000" cy="540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751B9807-D322-0D0D-506D-BECABB866CA6}"/>
              </a:ext>
            </a:extLst>
          </p:cNvPr>
          <p:cNvSpPr txBox="1"/>
          <p:nvPr userDrawn="1"/>
        </p:nvSpPr>
        <p:spPr>
          <a:xfrm>
            <a:off x="23082757" y="12789310"/>
            <a:ext cx="539750" cy="276999"/>
          </a:xfrm>
          <a:prstGeom prst="rect">
            <a:avLst/>
          </a:prstGeom>
          <a:noFill/>
        </p:spPr>
        <p:txBody>
          <a:bodyPr wrap="square" lIns="0" tIns="0" rIns="0" bIns="0" rtlCol="0">
            <a:spAutoFit/>
          </a:bodyPr>
          <a:lstStyle/>
          <a:p>
            <a:pPr algn="ctr"/>
            <a:fld id="{BD8018E6-5008-4D09-8834-2943DEA75A3D}" type="slidenum">
              <a:rPr lang="en-US" sz="1800" b="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800" b="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994309648"/>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guide id="5" orient="horz" pos="230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t right 03">
    <p:spTree>
      <p:nvGrpSpPr>
        <p:cNvPr id="1" name=""/>
        <p:cNvGrpSpPr/>
        <p:nvPr/>
      </p:nvGrpSpPr>
      <p:grpSpPr>
        <a:xfrm>
          <a:off x="0" y="0"/>
          <a:ext cx="0" cy="0"/>
          <a:chOff x="0" y="0"/>
          <a:chExt cx="0" cy="0"/>
        </a:xfrm>
      </p:grpSpPr>
      <p:sp>
        <p:nvSpPr>
          <p:cNvPr id="19" name="Picture Placeholder 2"/>
          <p:cNvSpPr>
            <a:spLocks noGrp="1"/>
          </p:cNvSpPr>
          <p:nvPr>
            <p:ph type="pic" sz="quarter" idx="13"/>
          </p:nvPr>
        </p:nvSpPr>
        <p:spPr>
          <a:xfrm>
            <a:off x="12458700" y="0"/>
            <a:ext cx="11925300" cy="13716000"/>
          </a:xfrm>
          <a:prstGeom prst="rect">
            <a:avLst/>
          </a:prstGeom>
        </p:spPr>
        <p:txBody>
          <a:bodyPr anchor="ctr" anchorCtr="0"/>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1" name="Title 8">
            <a:extLst>
              <a:ext uri="{FF2B5EF4-FFF2-40B4-BE49-F238E27FC236}">
                <a16:creationId xmlns:a16="http://schemas.microsoft.com/office/drawing/2014/main" id="{C9398B31-CA15-D64A-8340-58B7BC6D6DE9}"/>
              </a:ext>
            </a:extLst>
          </p:cNvPr>
          <p:cNvSpPr>
            <a:spLocks noGrp="1"/>
          </p:cNvSpPr>
          <p:nvPr>
            <p:ph type="title"/>
          </p:nvPr>
        </p:nvSpPr>
        <p:spPr>
          <a:xfrm>
            <a:off x="1630680" y="1375096"/>
            <a:ext cx="10284460" cy="1016357"/>
          </a:xfrm>
          <a:prstGeom prst="rect">
            <a:avLst/>
          </a:prstGeom>
        </p:spPr>
        <p:txBody>
          <a:bodyPr lIns="0" tIns="0" rIns="0" bIns="0" anchor="t" anchorCtr="0"/>
          <a:lstStyle>
            <a:lvl1pPr>
              <a:defRPr sz="7000" b="1">
                <a:solidFill>
                  <a:schemeClr val="accent1"/>
                </a:solidFill>
                <a:latin typeface="Montserrat" panose="00000500000000000000" pitchFamily="2" charset="0"/>
                <a:ea typeface="Open Sans" panose="020B0606030504020204" pitchFamily="34" charset="0"/>
                <a:cs typeface="Open Sans" panose="020B0606030504020204" pitchFamily="34" charset="0"/>
              </a:defRPr>
            </a:lvl1pPr>
          </a:lstStyle>
          <a:p>
            <a:r>
              <a:rPr lang="en-US"/>
              <a:t>Click to edit Master title style</a:t>
            </a:r>
          </a:p>
        </p:txBody>
      </p:sp>
      <p:sp>
        <p:nvSpPr>
          <p:cNvPr id="12" name="Text Placeholder 18">
            <a:extLst>
              <a:ext uri="{FF2B5EF4-FFF2-40B4-BE49-F238E27FC236}">
                <a16:creationId xmlns:a16="http://schemas.microsoft.com/office/drawing/2014/main" id="{A8B99BCD-8E13-0594-FEB0-95A140879990}"/>
              </a:ext>
            </a:extLst>
          </p:cNvPr>
          <p:cNvSpPr>
            <a:spLocks noGrp="1"/>
          </p:cNvSpPr>
          <p:nvPr>
            <p:ph type="body" sz="quarter" idx="10"/>
          </p:nvPr>
        </p:nvSpPr>
        <p:spPr>
          <a:xfrm>
            <a:off x="1676400" y="835126"/>
            <a:ext cx="10262151" cy="304699"/>
          </a:xfrm>
          <a:prstGeom prst="rect">
            <a:avLst/>
          </a:prstGeom>
        </p:spPr>
        <p:txBody>
          <a:bodyPr wrap="square" lIns="0" tIns="0" rIns="0" bIns="0">
            <a:noAutofit/>
          </a:bodyPr>
          <a:lstStyle>
            <a:lvl1pPr marL="0" indent="0">
              <a:lnSpc>
                <a:spcPct val="100000"/>
              </a:lnSpc>
              <a:spcBef>
                <a:spcPts val="0"/>
              </a:spcBef>
              <a:buNone/>
              <a:defRPr sz="2600" cap="all" spc="500" baseline="0">
                <a:solidFill>
                  <a:schemeClr val="tx2"/>
                </a:solidFill>
                <a:latin typeface="Montserrat" panose="00000500000000000000" pitchFamily="2" charset="0"/>
                <a:ea typeface="Open Sans" panose="020B0606030504020204" pitchFamily="34" charset="0"/>
                <a:cs typeface="Open Sans" panose="020B06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sp>
        <p:nvSpPr>
          <p:cNvPr id="13" name="Text Placeholder 18">
            <a:extLst>
              <a:ext uri="{FF2B5EF4-FFF2-40B4-BE49-F238E27FC236}">
                <a16:creationId xmlns:a16="http://schemas.microsoft.com/office/drawing/2014/main" id="{E9858E39-5CEF-A078-7364-DD126919B17F}"/>
              </a:ext>
            </a:extLst>
          </p:cNvPr>
          <p:cNvSpPr>
            <a:spLocks noGrp="1"/>
          </p:cNvSpPr>
          <p:nvPr>
            <p:ph type="body" sz="quarter" idx="11"/>
          </p:nvPr>
        </p:nvSpPr>
        <p:spPr>
          <a:xfrm>
            <a:off x="1676400" y="2503436"/>
            <a:ext cx="10262151" cy="424699"/>
          </a:xfrm>
          <a:prstGeom prst="rect">
            <a:avLst/>
          </a:prstGeom>
        </p:spPr>
        <p:txBody>
          <a:bodyPr wrap="square" lIns="0" tIns="0" rIns="0" bIns="0">
            <a:noAutofit/>
          </a:bodyPr>
          <a:lstStyle>
            <a:lvl1pPr marL="0" indent="0">
              <a:lnSpc>
                <a:spcPct val="100000"/>
              </a:lnSpc>
              <a:spcBef>
                <a:spcPts val="0"/>
              </a:spcBef>
              <a:buNone/>
              <a:defRPr sz="2800" cap="none" spc="0" baseline="0">
                <a:solidFill>
                  <a:schemeClr val="tx1"/>
                </a:solidFill>
                <a:latin typeface="Montserrat" panose="00000500000000000000" pitchFamily="2" charset="0"/>
                <a:ea typeface="Open Sans Light" panose="020B0306030504020204" pitchFamily="34" charset="0"/>
                <a:cs typeface="Open Sans Light" panose="020B03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grpSp>
        <p:nvGrpSpPr>
          <p:cNvPr id="15" name="Group 14">
            <a:extLst>
              <a:ext uri="{FF2B5EF4-FFF2-40B4-BE49-F238E27FC236}">
                <a16:creationId xmlns:a16="http://schemas.microsoft.com/office/drawing/2014/main" id="{68F12CBF-21E5-8F67-3158-3CB1E37E8980}"/>
              </a:ext>
            </a:extLst>
          </p:cNvPr>
          <p:cNvGrpSpPr/>
          <p:nvPr userDrawn="1"/>
        </p:nvGrpSpPr>
        <p:grpSpPr>
          <a:xfrm>
            <a:off x="0" y="1808741"/>
            <a:ext cx="1087120" cy="76662"/>
            <a:chOff x="3244850" y="3002280"/>
            <a:chExt cx="1752600" cy="152400"/>
          </a:xfrm>
          <a:solidFill>
            <a:schemeClr val="accent3"/>
          </a:solidFill>
        </p:grpSpPr>
        <p:sp>
          <p:nvSpPr>
            <p:cNvPr id="20" name="Rectangle 19">
              <a:extLst>
                <a:ext uri="{FF2B5EF4-FFF2-40B4-BE49-F238E27FC236}">
                  <a16:creationId xmlns:a16="http://schemas.microsoft.com/office/drawing/2014/main" id="{41EC4ED0-36FF-E818-0F38-91C777CA4395}"/>
                </a:ext>
              </a:extLst>
            </p:cNvPr>
            <p:cNvSpPr/>
            <p:nvPr/>
          </p:nvSpPr>
          <p:spPr>
            <a:xfrm>
              <a:off x="4121150" y="3002280"/>
              <a:ext cx="876300" cy="152400"/>
            </a:xfrm>
            <a:prstGeom prst="rect">
              <a:avLst/>
            </a:prstGeom>
            <a:solidFill>
              <a:srgbClr val="CEF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81D48A4-55D5-33F6-72DB-6706520EB882}"/>
                </a:ext>
              </a:extLst>
            </p:cNvPr>
            <p:cNvSpPr/>
            <p:nvPr/>
          </p:nvSpPr>
          <p:spPr>
            <a:xfrm>
              <a:off x="3244850" y="3002280"/>
              <a:ext cx="876300" cy="15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Oval 1">
            <a:extLst>
              <a:ext uri="{FF2B5EF4-FFF2-40B4-BE49-F238E27FC236}">
                <a16:creationId xmlns:a16="http://schemas.microsoft.com/office/drawing/2014/main" id="{1304FDF0-A382-3DF1-1377-D17FFCAE66A2}"/>
              </a:ext>
            </a:extLst>
          </p:cNvPr>
          <p:cNvSpPr/>
          <p:nvPr userDrawn="1"/>
        </p:nvSpPr>
        <p:spPr>
          <a:xfrm>
            <a:off x="23078887" y="12667136"/>
            <a:ext cx="540000" cy="540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59E72738-7E1B-0356-0FF3-0871A181EB04}"/>
              </a:ext>
            </a:extLst>
          </p:cNvPr>
          <p:cNvSpPr txBox="1"/>
          <p:nvPr userDrawn="1"/>
        </p:nvSpPr>
        <p:spPr>
          <a:xfrm>
            <a:off x="23082757" y="12789310"/>
            <a:ext cx="539750" cy="276999"/>
          </a:xfrm>
          <a:prstGeom prst="rect">
            <a:avLst/>
          </a:prstGeom>
          <a:noFill/>
        </p:spPr>
        <p:txBody>
          <a:bodyPr wrap="square" lIns="0" tIns="0" rIns="0" bIns="0" rtlCol="0">
            <a:spAutoFit/>
          </a:bodyPr>
          <a:lstStyle/>
          <a:p>
            <a:pPr algn="ctr"/>
            <a:fld id="{BD8018E6-5008-4D09-8834-2943DEA75A3D}" type="slidenum">
              <a:rPr lang="en-US" sz="1800" b="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800" b="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85481145"/>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guide id="5" orient="horz" pos="23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at left 01">
    <p:spTree>
      <p:nvGrpSpPr>
        <p:cNvPr id="1" name=""/>
        <p:cNvGrpSpPr/>
        <p:nvPr/>
      </p:nvGrpSpPr>
      <p:grpSpPr>
        <a:xfrm>
          <a:off x="0" y="0"/>
          <a:ext cx="0" cy="0"/>
          <a:chOff x="0" y="0"/>
          <a:chExt cx="0" cy="0"/>
        </a:xfrm>
      </p:grpSpPr>
      <p:sp>
        <p:nvSpPr>
          <p:cNvPr id="13" name="Picture Placeholder 2"/>
          <p:cNvSpPr>
            <a:spLocks noGrp="1"/>
          </p:cNvSpPr>
          <p:nvPr>
            <p:ph type="pic" sz="quarter" idx="14"/>
          </p:nvPr>
        </p:nvSpPr>
        <p:spPr>
          <a:xfrm>
            <a:off x="1676400" y="3657600"/>
            <a:ext cx="10579100" cy="8915400"/>
          </a:xfrm>
          <a:prstGeom prst="rect">
            <a:avLst/>
          </a:prstGeom>
        </p:spPr>
        <p:txBody>
          <a:bodyPr anchor="ctr" anchorCtr="0"/>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4" name="Title 8">
            <a:extLst>
              <a:ext uri="{FF2B5EF4-FFF2-40B4-BE49-F238E27FC236}">
                <a16:creationId xmlns:a16="http://schemas.microsoft.com/office/drawing/2014/main" id="{1D19DCDB-C098-3916-E69D-791A81FD5353}"/>
              </a:ext>
            </a:extLst>
          </p:cNvPr>
          <p:cNvSpPr>
            <a:spLocks noGrp="1"/>
          </p:cNvSpPr>
          <p:nvPr>
            <p:ph type="title"/>
          </p:nvPr>
        </p:nvSpPr>
        <p:spPr>
          <a:xfrm>
            <a:off x="1630680" y="1375096"/>
            <a:ext cx="21076920" cy="1016357"/>
          </a:xfrm>
          <a:prstGeom prst="rect">
            <a:avLst/>
          </a:prstGeom>
        </p:spPr>
        <p:txBody>
          <a:bodyPr lIns="0" tIns="0" rIns="0" bIns="0" anchor="t" anchorCtr="0"/>
          <a:lstStyle>
            <a:lvl1pPr>
              <a:defRPr sz="7000" b="1">
                <a:solidFill>
                  <a:schemeClr val="accent1"/>
                </a:solidFill>
                <a:latin typeface="Montserrat" panose="00000500000000000000" pitchFamily="2" charset="0"/>
                <a:ea typeface="Open Sans" panose="020B0606030504020204" pitchFamily="34" charset="0"/>
                <a:cs typeface="Open Sans" panose="020B0606030504020204" pitchFamily="34" charset="0"/>
              </a:defRPr>
            </a:lvl1pPr>
          </a:lstStyle>
          <a:p>
            <a:r>
              <a:rPr lang="en-US"/>
              <a:t>Click to edit Master title style</a:t>
            </a:r>
          </a:p>
        </p:txBody>
      </p:sp>
      <p:sp>
        <p:nvSpPr>
          <p:cNvPr id="15" name="Text Placeholder 18">
            <a:extLst>
              <a:ext uri="{FF2B5EF4-FFF2-40B4-BE49-F238E27FC236}">
                <a16:creationId xmlns:a16="http://schemas.microsoft.com/office/drawing/2014/main" id="{11B38760-F525-088A-8A3D-D6DF34E8FE97}"/>
              </a:ext>
            </a:extLst>
          </p:cNvPr>
          <p:cNvSpPr>
            <a:spLocks noGrp="1"/>
          </p:cNvSpPr>
          <p:nvPr>
            <p:ph type="body" sz="quarter" idx="10"/>
          </p:nvPr>
        </p:nvSpPr>
        <p:spPr>
          <a:xfrm>
            <a:off x="1676400" y="835126"/>
            <a:ext cx="21031200" cy="304699"/>
          </a:xfrm>
          <a:prstGeom prst="rect">
            <a:avLst/>
          </a:prstGeom>
        </p:spPr>
        <p:txBody>
          <a:bodyPr wrap="square" lIns="0" tIns="0" rIns="0" bIns="0">
            <a:noAutofit/>
          </a:bodyPr>
          <a:lstStyle>
            <a:lvl1pPr marL="0" indent="0">
              <a:lnSpc>
                <a:spcPct val="100000"/>
              </a:lnSpc>
              <a:spcBef>
                <a:spcPts val="0"/>
              </a:spcBef>
              <a:buNone/>
              <a:defRPr sz="2600" cap="all" spc="500" baseline="0">
                <a:solidFill>
                  <a:schemeClr val="tx2"/>
                </a:solidFill>
                <a:latin typeface="Montserrat" panose="00000500000000000000" pitchFamily="2" charset="0"/>
                <a:ea typeface="Open Sans" panose="020B0606030504020204" pitchFamily="34" charset="0"/>
                <a:cs typeface="Open Sans" panose="020B06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sp>
        <p:nvSpPr>
          <p:cNvPr id="19" name="Text Placeholder 18">
            <a:extLst>
              <a:ext uri="{FF2B5EF4-FFF2-40B4-BE49-F238E27FC236}">
                <a16:creationId xmlns:a16="http://schemas.microsoft.com/office/drawing/2014/main" id="{7F8D3E73-E1F1-0F52-FF3D-A1C2D6D1D469}"/>
              </a:ext>
            </a:extLst>
          </p:cNvPr>
          <p:cNvSpPr>
            <a:spLocks noGrp="1"/>
          </p:cNvSpPr>
          <p:nvPr>
            <p:ph type="body" sz="quarter" idx="11"/>
          </p:nvPr>
        </p:nvSpPr>
        <p:spPr>
          <a:xfrm>
            <a:off x="1676400" y="2503436"/>
            <a:ext cx="21031200" cy="424699"/>
          </a:xfrm>
          <a:prstGeom prst="rect">
            <a:avLst/>
          </a:prstGeom>
        </p:spPr>
        <p:txBody>
          <a:bodyPr wrap="square" lIns="0" tIns="0" rIns="0" bIns="0">
            <a:noAutofit/>
          </a:bodyPr>
          <a:lstStyle>
            <a:lvl1pPr marL="0" indent="0">
              <a:lnSpc>
                <a:spcPct val="100000"/>
              </a:lnSpc>
              <a:spcBef>
                <a:spcPts val="0"/>
              </a:spcBef>
              <a:buNone/>
              <a:defRPr sz="2800" cap="none" spc="0" baseline="0">
                <a:solidFill>
                  <a:schemeClr val="tx1"/>
                </a:solidFill>
                <a:latin typeface="Montserrat" panose="00000500000000000000" pitchFamily="2" charset="0"/>
                <a:ea typeface="Open Sans Light" panose="020B0306030504020204" pitchFamily="34" charset="0"/>
                <a:cs typeface="Open Sans Light" panose="020B03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grpSp>
        <p:nvGrpSpPr>
          <p:cNvPr id="11" name="Group 10">
            <a:extLst>
              <a:ext uri="{FF2B5EF4-FFF2-40B4-BE49-F238E27FC236}">
                <a16:creationId xmlns:a16="http://schemas.microsoft.com/office/drawing/2014/main" id="{ABE79E7F-544D-AB07-4B89-A988DA17CD6C}"/>
              </a:ext>
            </a:extLst>
          </p:cNvPr>
          <p:cNvGrpSpPr/>
          <p:nvPr userDrawn="1"/>
        </p:nvGrpSpPr>
        <p:grpSpPr>
          <a:xfrm>
            <a:off x="0" y="1808741"/>
            <a:ext cx="1087120" cy="76662"/>
            <a:chOff x="3244850" y="3002280"/>
            <a:chExt cx="1752600" cy="152400"/>
          </a:xfrm>
          <a:solidFill>
            <a:schemeClr val="accent3"/>
          </a:solidFill>
        </p:grpSpPr>
        <p:sp>
          <p:nvSpPr>
            <p:cNvPr id="12" name="Rectangle 11">
              <a:extLst>
                <a:ext uri="{FF2B5EF4-FFF2-40B4-BE49-F238E27FC236}">
                  <a16:creationId xmlns:a16="http://schemas.microsoft.com/office/drawing/2014/main" id="{B7C4F708-4B02-D51E-C40D-DC207C7570F9}"/>
                </a:ext>
              </a:extLst>
            </p:cNvPr>
            <p:cNvSpPr/>
            <p:nvPr/>
          </p:nvSpPr>
          <p:spPr>
            <a:xfrm>
              <a:off x="4121150" y="3002280"/>
              <a:ext cx="876300" cy="152400"/>
            </a:xfrm>
            <a:prstGeom prst="rect">
              <a:avLst/>
            </a:prstGeom>
            <a:solidFill>
              <a:srgbClr val="CEF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C869BE7-B0C7-570F-8577-D4211280E596}"/>
                </a:ext>
              </a:extLst>
            </p:cNvPr>
            <p:cNvSpPr/>
            <p:nvPr/>
          </p:nvSpPr>
          <p:spPr>
            <a:xfrm>
              <a:off x="3244850" y="3002280"/>
              <a:ext cx="876300" cy="15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Oval 1">
            <a:extLst>
              <a:ext uri="{FF2B5EF4-FFF2-40B4-BE49-F238E27FC236}">
                <a16:creationId xmlns:a16="http://schemas.microsoft.com/office/drawing/2014/main" id="{A926F074-0664-C940-E6F2-A98E9251B2A4}"/>
              </a:ext>
            </a:extLst>
          </p:cNvPr>
          <p:cNvSpPr/>
          <p:nvPr userDrawn="1"/>
        </p:nvSpPr>
        <p:spPr>
          <a:xfrm>
            <a:off x="23078887" y="12667136"/>
            <a:ext cx="540000" cy="540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ED152D84-D348-B1D4-C827-FD3C9A90C036}"/>
              </a:ext>
            </a:extLst>
          </p:cNvPr>
          <p:cNvSpPr txBox="1"/>
          <p:nvPr userDrawn="1"/>
        </p:nvSpPr>
        <p:spPr>
          <a:xfrm>
            <a:off x="23082757" y="12789310"/>
            <a:ext cx="539750" cy="276999"/>
          </a:xfrm>
          <a:prstGeom prst="rect">
            <a:avLst/>
          </a:prstGeom>
          <a:noFill/>
        </p:spPr>
        <p:txBody>
          <a:bodyPr wrap="square" lIns="0" tIns="0" rIns="0" bIns="0" rtlCol="0">
            <a:spAutoFit/>
          </a:bodyPr>
          <a:lstStyle/>
          <a:p>
            <a:pPr algn="ctr"/>
            <a:fld id="{BD8018E6-5008-4D09-8834-2943DEA75A3D}" type="slidenum">
              <a:rPr lang="en-US" sz="1800" b="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800" b="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596112018"/>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guide id="5" orient="horz" pos="230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at left 02">
    <p:spTree>
      <p:nvGrpSpPr>
        <p:cNvPr id="1" name=""/>
        <p:cNvGrpSpPr/>
        <p:nvPr/>
      </p:nvGrpSpPr>
      <p:grpSpPr>
        <a:xfrm>
          <a:off x="0" y="0"/>
          <a:ext cx="0" cy="0"/>
          <a:chOff x="0" y="0"/>
          <a:chExt cx="0" cy="0"/>
        </a:xfrm>
      </p:grpSpPr>
      <p:sp>
        <p:nvSpPr>
          <p:cNvPr id="13" name="Picture Placeholder 2"/>
          <p:cNvSpPr>
            <a:spLocks noGrp="1"/>
          </p:cNvSpPr>
          <p:nvPr>
            <p:ph type="pic" sz="quarter" idx="13"/>
          </p:nvPr>
        </p:nvSpPr>
        <p:spPr>
          <a:xfrm>
            <a:off x="1676400" y="800100"/>
            <a:ext cx="6476405" cy="12901027"/>
          </a:xfrm>
          <a:prstGeom prst="rect">
            <a:avLst/>
          </a:prstGeom>
        </p:spPr>
        <p:txBody>
          <a:bodyPr anchor="ctr" anchorCtr="0"/>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4" name="Title 8">
            <a:extLst>
              <a:ext uri="{FF2B5EF4-FFF2-40B4-BE49-F238E27FC236}">
                <a16:creationId xmlns:a16="http://schemas.microsoft.com/office/drawing/2014/main" id="{CB5739BA-C449-F76E-BA54-A57B81F34142}"/>
              </a:ext>
            </a:extLst>
          </p:cNvPr>
          <p:cNvSpPr>
            <a:spLocks noGrp="1"/>
          </p:cNvSpPr>
          <p:nvPr>
            <p:ph type="title"/>
          </p:nvPr>
        </p:nvSpPr>
        <p:spPr>
          <a:xfrm>
            <a:off x="10113264" y="1375096"/>
            <a:ext cx="12594336" cy="1016357"/>
          </a:xfrm>
          <a:prstGeom prst="rect">
            <a:avLst/>
          </a:prstGeom>
        </p:spPr>
        <p:txBody>
          <a:bodyPr lIns="0" tIns="0" rIns="0" bIns="0" anchor="t" anchorCtr="0"/>
          <a:lstStyle>
            <a:lvl1pPr>
              <a:defRPr sz="7000" b="1">
                <a:solidFill>
                  <a:schemeClr val="accent1"/>
                </a:solidFill>
                <a:latin typeface="Montserrat" panose="00000500000000000000" pitchFamily="2" charset="0"/>
                <a:ea typeface="Open Sans" panose="020B0606030504020204" pitchFamily="34" charset="0"/>
                <a:cs typeface="Open Sans" panose="020B0606030504020204" pitchFamily="34" charset="0"/>
              </a:defRPr>
            </a:lvl1pPr>
          </a:lstStyle>
          <a:p>
            <a:r>
              <a:rPr lang="en-US"/>
              <a:t>Click to edit Master title style</a:t>
            </a:r>
          </a:p>
        </p:txBody>
      </p:sp>
      <p:sp>
        <p:nvSpPr>
          <p:cNvPr id="15" name="Text Placeholder 18">
            <a:extLst>
              <a:ext uri="{FF2B5EF4-FFF2-40B4-BE49-F238E27FC236}">
                <a16:creationId xmlns:a16="http://schemas.microsoft.com/office/drawing/2014/main" id="{4FDBDC9D-3283-4178-1B9F-25FB7C9A7D01}"/>
              </a:ext>
            </a:extLst>
          </p:cNvPr>
          <p:cNvSpPr>
            <a:spLocks noGrp="1"/>
          </p:cNvSpPr>
          <p:nvPr>
            <p:ph type="body" sz="quarter" idx="10"/>
          </p:nvPr>
        </p:nvSpPr>
        <p:spPr>
          <a:xfrm>
            <a:off x="10140584" y="835126"/>
            <a:ext cx="12567016" cy="304699"/>
          </a:xfrm>
          <a:prstGeom prst="rect">
            <a:avLst/>
          </a:prstGeom>
        </p:spPr>
        <p:txBody>
          <a:bodyPr wrap="square" lIns="0" tIns="0" rIns="0" bIns="0">
            <a:noAutofit/>
          </a:bodyPr>
          <a:lstStyle>
            <a:lvl1pPr marL="0" indent="0">
              <a:lnSpc>
                <a:spcPct val="100000"/>
              </a:lnSpc>
              <a:spcBef>
                <a:spcPts val="0"/>
              </a:spcBef>
              <a:buNone/>
              <a:defRPr sz="2600" cap="all" spc="500" baseline="0">
                <a:solidFill>
                  <a:schemeClr val="tx2"/>
                </a:solidFill>
                <a:latin typeface="Montserrat" panose="00000500000000000000" pitchFamily="2" charset="0"/>
                <a:ea typeface="Open Sans" panose="020B0606030504020204" pitchFamily="34" charset="0"/>
                <a:cs typeface="Open Sans" panose="020B06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sp>
        <p:nvSpPr>
          <p:cNvPr id="19" name="Text Placeholder 18">
            <a:extLst>
              <a:ext uri="{FF2B5EF4-FFF2-40B4-BE49-F238E27FC236}">
                <a16:creationId xmlns:a16="http://schemas.microsoft.com/office/drawing/2014/main" id="{EC454E4E-F916-2DAA-75CC-A01021AB1C6E}"/>
              </a:ext>
            </a:extLst>
          </p:cNvPr>
          <p:cNvSpPr>
            <a:spLocks noGrp="1"/>
          </p:cNvSpPr>
          <p:nvPr>
            <p:ph type="body" sz="quarter" idx="11"/>
          </p:nvPr>
        </p:nvSpPr>
        <p:spPr>
          <a:xfrm>
            <a:off x="10140584" y="2503436"/>
            <a:ext cx="12567016" cy="424699"/>
          </a:xfrm>
          <a:prstGeom prst="rect">
            <a:avLst/>
          </a:prstGeom>
        </p:spPr>
        <p:txBody>
          <a:bodyPr wrap="square" lIns="0" tIns="0" rIns="0" bIns="0">
            <a:noAutofit/>
          </a:bodyPr>
          <a:lstStyle>
            <a:lvl1pPr marL="0" indent="0">
              <a:lnSpc>
                <a:spcPct val="100000"/>
              </a:lnSpc>
              <a:spcBef>
                <a:spcPts val="0"/>
              </a:spcBef>
              <a:buNone/>
              <a:defRPr sz="2800" cap="none" spc="0" baseline="0">
                <a:solidFill>
                  <a:schemeClr val="tx1"/>
                </a:solidFill>
                <a:latin typeface="Montserrat" panose="00000500000000000000" pitchFamily="2" charset="0"/>
                <a:ea typeface="Open Sans Light" panose="020B0306030504020204" pitchFamily="34" charset="0"/>
                <a:cs typeface="Open Sans Light" panose="020B03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grpSp>
        <p:nvGrpSpPr>
          <p:cNvPr id="11" name="Group 10">
            <a:extLst>
              <a:ext uri="{FF2B5EF4-FFF2-40B4-BE49-F238E27FC236}">
                <a16:creationId xmlns:a16="http://schemas.microsoft.com/office/drawing/2014/main" id="{ADE09999-7605-1430-712D-39906FE07A58}"/>
              </a:ext>
            </a:extLst>
          </p:cNvPr>
          <p:cNvGrpSpPr/>
          <p:nvPr userDrawn="1"/>
        </p:nvGrpSpPr>
        <p:grpSpPr>
          <a:xfrm>
            <a:off x="0" y="1808741"/>
            <a:ext cx="1087120" cy="76662"/>
            <a:chOff x="3244850" y="3002280"/>
            <a:chExt cx="1752600" cy="152400"/>
          </a:xfrm>
          <a:solidFill>
            <a:schemeClr val="accent3"/>
          </a:solidFill>
        </p:grpSpPr>
        <p:sp>
          <p:nvSpPr>
            <p:cNvPr id="12" name="Rectangle 11">
              <a:extLst>
                <a:ext uri="{FF2B5EF4-FFF2-40B4-BE49-F238E27FC236}">
                  <a16:creationId xmlns:a16="http://schemas.microsoft.com/office/drawing/2014/main" id="{D1FC27AA-330B-1A7A-DF28-9341505BE171}"/>
                </a:ext>
              </a:extLst>
            </p:cNvPr>
            <p:cNvSpPr/>
            <p:nvPr/>
          </p:nvSpPr>
          <p:spPr>
            <a:xfrm>
              <a:off x="4121150" y="3002280"/>
              <a:ext cx="876300" cy="152400"/>
            </a:xfrm>
            <a:prstGeom prst="rect">
              <a:avLst/>
            </a:prstGeom>
            <a:solidFill>
              <a:srgbClr val="CEF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2FCA524-C850-AB7B-B314-5FA5AB56214B}"/>
                </a:ext>
              </a:extLst>
            </p:cNvPr>
            <p:cNvSpPr/>
            <p:nvPr/>
          </p:nvSpPr>
          <p:spPr>
            <a:xfrm>
              <a:off x="3244850" y="3002280"/>
              <a:ext cx="876300" cy="15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Oval 1">
            <a:extLst>
              <a:ext uri="{FF2B5EF4-FFF2-40B4-BE49-F238E27FC236}">
                <a16:creationId xmlns:a16="http://schemas.microsoft.com/office/drawing/2014/main" id="{8DAF3E4B-2D72-F5C2-43B1-2A98C1757F8F}"/>
              </a:ext>
            </a:extLst>
          </p:cNvPr>
          <p:cNvSpPr/>
          <p:nvPr userDrawn="1"/>
        </p:nvSpPr>
        <p:spPr>
          <a:xfrm>
            <a:off x="23078887" y="12667136"/>
            <a:ext cx="540000" cy="540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BCC3B6FF-E722-01E1-A4BD-E3466DD1A089}"/>
              </a:ext>
            </a:extLst>
          </p:cNvPr>
          <p:cNvSpPr txBox="1"/>
          <p:nvPr userDrawn="1"/>
        </p:nvSpPr>
        <p:spPr>
          <a:xfrm>
            <a:off x="23082757" y="12789310"/>
            <a:ext cx="539750" cy="276999"/>
          </a:xfrm>
          <a:prstGeom prst="rect">
            <a:avLst/>
          </a:prstGeom>
          <a:noFill/>
        </p:spPr>
        <p:txBody>
          <a:bodyPr wrap="square" lIns="0" tIns="0" rIns="0" bIns="0" rtlCol="0">
            <a:spAutoFit/>
          </a:bodyPr>
          <a:lstStyle/>
          <a:p>
            <a:pPr algn="ctr"/>
            <a:fld id="{BD8018E6-5008-4D09-8834-2943DEA75A3D}" type="slidenum">
              <a:rPr lang="en-US" sz="1800" b="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800" b="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940966441"/>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guide id="5" orient="horz" pos="230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at left 03">
    <p:spTree>
      <p:nvGrpSpPr>
        <p:cNvPr id="1" name=""/>
        <p:cNvGrpSpPr/>
        <p:nvPr/>
      </p:nvGrpSpPr>
      <p:grpSpPr>
        <a:xfrm>
          <a:off x="0" y="0"/>
          <a:ext cx="0" cy="0"/>
          <a:chOff x="0" y="0"/>
          <a:chExt cx="0" cy="0"/>
        </a:xfrm>
      </p:grpSpPr>
      <p:sp>
        <p:nvSpPr>
          <p:cNvPr id="19" name="Picture Placeholder 2"/>
          <p:cNvSpPr>
            <a:spLocks noGrp="1"/>
          </p:cNvSpPr>
          <p:nvPr>
            <p:ph type="pic" sz="quarter" idx="13"/>
          </p:nvPr>
        </p:nvSpPr>
        <p:spPr>
          <a:xfrm>
            <a:off x="0" y="0"/>
            <a:ext cx="11925300" cy="13716000"/>
          </a:xfrm>
          <a:prstGeom prst="rect">
            <a:avLst/>
          </a:prstGeom>
        </p:spPr>
        <p:txBody>
          <a:bodyPr anchor="ctr" anchorCtr="0"/>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8" name="Title 8">
            <a:extLst>
              <a:ext uri="{FF2B5EF4-FFF2-40B4-BE49-F238E27FC236}">
                <a16:creationId xmlns:a16="http://schemas.microsoft.com/office/drawing/2014/main" id="{0304C0C9-7D6E-B2AA-12EE-71953E1A5CC1}"/>
              </a:ext>
            </a:extLst>
          </p:cNvPr>
          <p:cNvSpPr>
            <a:spLocks noGrp="1"/>
          </p:cNvSpPr>
          <p:nvPr>
            <p:ph type="title"/>
          </p:nvPr>
        </p:nvSpPr>
        <p:spPr>
          <a:xfrm>
            <a:off x="13459968" y="1375096"/>
            <a:ext cx="9247632" cy="1016357"/>
          </a:xfrm>
          <a:prstGeom prst="rect">
            <a:avLst/>
          </a:prstGeom>
        </p:spPr>
        <p:txBody>
          <a:bodyPr lIns="0" tIns="0" rIns="0" bIns="0" anchor="t" anchorCtr="0"/>
          <a:lstStyle>
            <a:lvl1pPr>
              <a:defRPr sz="7000" b="1">
                <a:solidFill>
                  <a:schemeClr val="accent1"/>
                </a:solidFill>
                <a:latin typeface="Montserrat" panose="00000500000000000000" pitchFamily="2" charset="0"/>
                <a:ea typeface="Open Sans" panose="020B0606030504020204" pitchFamily="34" charset="0"/>
                <a:cs typeface="Open Sans" panose="020B0606030504020204" pitchFamily="34" charset="0"/>
              </a:defRPr>
            </a:lvl1pPr>
          </a:lstStyle>
          <a:p>
            <a:r>
              <a:rPr lang="en-US"/>
              <a:t>Click to edit Master title style</a:t>
            </a:r>
          </a:p>
        </p:txBody>
      </p:sp>
      <p:sp>
        <p:nvSpPr>
          <p:cNvPr id="11" name="Text Placeholder 18">
            <a:extLst>
              <a:ext uri="{FF2B5EF4-FFF2-40B4-BE49-F238E27FC236}">
                <a16:creationId xmlns:a16="http://schemas.microsoft.com/office/drawing/2014/main" id="{3313AF50-249C-60F4-BD11-B2C70B46E8C9}"/>
              </a:ext>
            </a:extLst>
          </p:cNvPr>
          <p:cNvSpPr>
            <a:spLocks noGrp="1"/>
          </p:cNvSpPr>
          <p:nvPr>
            <p:ph type="body" sz="quarter" idx="10"/>
          </p:nvPr>
        </p:nvSpPr>
        <p:spPr>
          <a:xfrm>
            <a:off x="13480028" y="835126"/>
            <a:ext cx="9227572" cy="304699"/>
          </a:xfrm>
          <a:prstGeom prst="rect">
            <a:avLst/>
          </a:prstGeom>
        </p:spPr>
        <p:txBody>
          <a:bodyPr wrap="square" lIns="0" tIns="0" rIns="0" bIns="0">
            <a:noAutofit/>
          </a:bodyPr>
          <a:lstStyle>
            <a:lvl1pPr marL="0" indent="0">
              <a:lnSpc>
                <a:spcPct val="100000"/>
              </a:lnSpc>
              <a:spcBef>
                <a:spcPts val="0"/>
              </a:spcBef>
              <a:buNone/>
              <a:defRPr sz="2600" cap="all" spc="500" baseline="0">
                <a:solidFill>
                  <a:schemeClr val="tx2"/>
                </a:solidFill>
                <a:latin typeface="Montserrat" panose="00000500000000000000" pitchFamily="2" charset="0"/>
                <a:ea typeface="Open Sans" panose="020B0606030504020204" pitchFamily="34" charset="0"/>
                <a:cs typeface="Open Sans" panose="020B06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sp>
        <p:nvSpPr>
          <p:cNvPr id="14" name="Text Placeholder 18">
            <a:extLst>
              <a:ext uri="{FF2B5EF4-FFF2-40B4-BE49-F238E27FC236}">
                <a16:creationId xmlns:a16="http://schemas.microsoft.com/office/drawing/2014/main" id="{E26CECD4-DEF6-43DE-55A8-F693F3B2787E}"/>
              </a:ext>
            </a:extLst>
          </p:cNvPr>
          <p:cNvSpPr>
            <a:spLocks noGrp="1"/>
          </p:cNvSpPr>
          <p:nvPr>
            <p:ph type="body" sz="quarter" idx="11"/>
          </p:nvPr>
        </p:nvSpPr>
        <p:spPr>
          <a:xfrm>
            <a:off x="13480028" y="2503436"/>
            <a:ext cx="9227572" cy="424699"/>
          </a:xfrm>
          <a:prstGeom prst="rect">
            <a:avLst/>
          </a:prstGeom>
        </p:spPr>
        <p:txBody>
          <a:bodyPr wrap="square" lIns="0" tIns="0" rIns="0" bIns="0">
            <a:noAutofit/>
          </a:bodyPr>
          <a:lstStyle>
            <a:lvl1pPr marL="0" indent="0">
              <a:lnSpc>
                <a:spcPct val="100000"/>
              </a:lnSpc>
              <a:spcBef>
                <a:spcPts val="0"/>
              </a:spcBef>
              <a:buNone/>
              <a:defRPr sz="2800" cap="none" spc="0" baseline="0">
                <a:solidFill>
                  <a:schemeClr val="tx1"/>
                </a:solidFill>
                <a:latin typeface="Montserrat" panose="00000500000000000000" pitchFamily="2" charset="0"/>
                <a:ea typeface="Open Sans Light" panose="020B0306030504020204" pitchFamily="34" charset="0"/>
                <a:cs typeface="Open Sans Light" panose="020B03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sp>
        <p:nvSpPr>
          <p:cNvPr id="2" name="Oval 1">
            <a:extLst>
              <a:ext uri="{FF2B5EF4-FFF2-40B4-BE49-F238E27FC236}">
                <a16:creationId xmlns:a16="http://schemas.microsoft.com/office/drawing/2014/main" id="{900BAB13-BF73-2013-BD86-A3F7E993AD80}"/>
              </a:ext>
            </a:extLst>
          </p:cNvPr>
          <p:cNvSpPr/>
          <p:nvPr userDrawn="1"/>
        </p:nvSpPr>
        <p:spPr>
          <a:xfrm>
            <a:off x="23078887" y="12667136"/>
            <a:ext cx="540000" cy="540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F9944984-7CFB-F590-C400-6901DE930ED1}"/>
              </a:ext>
            </a:extLst>
          </p:cNvPr>
          <p:cNvSpPr txBox="1"/>
          <p:nvPr userDrawn="1"/>
        </p:nvSpPr>
        <p:spPr>
          <a:xfrm>
            <a:off x="23082757" y="12789310"/>
            <a:ext cx="539750" cy="276999"/>
          </a:xfrm>
          <a:prstGeom prst="rect">
            <a:avLst/>
          </a:prstGeom>
          <a:noFill/>
        </p:spPr>
        <p:txBody>
          <a:bodyPr wrap="square" lIns="0" tIns="0" rIns="0" bIns="0" rtlCol="0">
            <a:spAutoFit/>
          </a:bodyPr>
          <a:lstStyle/>
          <a:p>
            <a:pPr algn="ctr"/>
            <a:fld id="{BD8018E6-5008-4D09-8834-2943DEA75A3D}" type="slidenum">
              <a:rPr lang="en-US" sz="1800" b="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800" b="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082001830"/>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guide id="5" orient="horz" pos="23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at bottom">
    <p:spTree>
      <p:nvGrpSpPr>
        <p:cNvPr id="1" name=""/>
        <p:cNvGrpSpPr/>
        <p:nvPr/>
      </p:nvGrpSpPr>
      <p:grpSpPr>
        <a:xfrm>
          <a:off x="0" y="0"/>
          <a:ext cx="0" cy="0"/>
          <a:chOff x="0" y="0"/>
          <a:chExt cx="0" cy="0"/>
        </a:xfrm>
      </p:grpSpPr>
      <p:sp>
        <p:nvSpPr>
          <p:cNvPr id="12" name="Picture Placeholder 2"/>
          <p:cNvSpPr>
            <a:spLocks noGrp="1"/>
          </p:cNvSpPr>
          <p:nvPr>
            <p:ph type="pic" sz="quarter" idx="13"/>
          </p:nvPr>
        </p:nvSpPr>
        <p:spPr>
          <a:xfrm>
            <a:off x="0" y="8001000"/>
            <a:ext cx="24383999" cy="5715000"/>
          </a:xfrm>
          <a:prstGeom prst="rect">
            <a:avLst/>
          </a:prstGeom>
        </p:spPr>
        <p:txBody>
          <a:bodyPr anchor="ctr" anchorCtr="0"/>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1" name="Title 8">
            <a:extLst>
              <a:ext uri="{FF2B5EF4-FFF2-40B4-BE49-F238E27FC236}">
                <a16:creationId xmlns:a16="http://schemas.microsoft.com/office/drawing/2014/main" id="{5D91BCB2-5B5A-7F62-60B6-5B6994D68317}"/>
              </a:ext>
            </a:extLst>
          </p:cNvPr>
          <p:cNvSpPr>
            <a:spLocks noGrp="1"/>
          </p:cNvSpPr>
          <p:nvPr>
            <p:ph type="title"/>
          </p:nvPr>
        </p:nvSpPr>
        <p:spPr>
          <a:xfrm>
            <a:off x="1630680" y="1375096"/>
            <a:ext cx="21076920" cy="1016357"/>
          </a:xfrm>
          <a:prstGeom prst="rect">
            <a:avLst/>
          </a:prstGeom>
        </p:spPr>
        <p:txBody>
          <a:bodyPr lIns="0" tIns="0" rIns="0" bIns="0" anchor="t" anchorCtr="0"/>
          <a:lstStyle>
            <a:lvl1pPr>
              <a:defRPr sz="7000" b="1">
                <a:solidFill>
                  <a:schemeClr val="accent1"/>
                </a:solidFill>
                <a:latin typeface="Montserrat" panose="00000500000000000000" pitchFamily="2" charset="0"/>
                <a:ea typeface="Open Sans" panose="020B0606030504020204" pitchFamily="34" charset="0"/>
                <a:cs typeface="Open Sans" panose="020B0606030504020204" pitchFamily="34" charset="0"/>
              </a:defRPr>
            </a:lvl1pPr>
          </a:lstStyle>
          <a:p>
            <a:r>
              <a:rPr lang="en-US"/>
              <a:t>Click to edit Master title style</a:t>
            </a:r>
          </a:p>
        </p:txBody>
      </p:sp>
      <p:sp>
        <p:nvSpPr>
          <p:cNvPr id="13" name="Text Placeholder 18">
            <a:extLst>
              <a:ext uri="{FF2B5EF4-FFF2-40B4-BE49-F238E27FC236}">
                <a16:creationId xmlns:a16="http://schemas.microsoft.com/office/drawing/2014/main" id="{407282C0-D5B3-EB8E-204C-563400398CFD}"/>
              </a:ext>
            </a:extLst>
          </p:cNvPr>
          <p:cNvSpPr>
            <a:spLocks noGrp="1"/>
          </p:cNvSpPr>
          <p:nvPr>
            <p:ph type="body" sz="quarter" idx="10"/>
          </p:nvPr>
        </p:nvSpPr>
        <p:spPr>
          <a:xfrm>
            <a:off x="1676400" y="835126"/>
            <a:ext cx="21031200" cy="304699"/>
          </a:xfrm>
          <a:prstGeom prst="rect">
            <a:avLst/>
          </a:prstGeom>
        </p:spPr>
        <p:txBody>
          <a:bodyPr wrap="square" lIns="0" tIns="0" rIns="0" bIns="0">
            <a:noAutofit/>
          </a:bodyPr>
          <a:lstStyle>
            <a:lvl1pPr marL="0" indent="0">
              <a:lnSpc>
                <a:spcPct val="100000"/>
              </a:lnSpc>
              <a:spcBef>
                <a:spcPts val="0"/>
              </a:spcBef>
              <a:buNone/>
              <a:defRPr sz="2600" cap="all" spc="500" baseline="0">
                <a:solidFill>
                  <a:schemeClr val="tx2"/>
                </a:solidFill>
                <a:latin typeface="Montserrat" panose="00000500000000000000" pitchFamily="2" charset="0"/>
                <a:ea typeface="Open Sans" panose="020B0606030504020204" pitchFamily="34" charset="0"/>
                <a:cs typeface="Open Sans" panose="020B06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sp>
        <p:nvSpPr>
          <p:cNvPr id="16" name="Text Placeholder 18">
            <a:extLst>
              <a:ext uri="{FF2B5EF4-FFF2-40B4-BE49-F238E27FC236}">
                <a16:creationId xmlns:a16="http://schemas.microsoft.com/office/drawing/2014/main" id="{D2FBC086-09DA-1A57-D045-2F3C6C43AF7F}"/>
              </a:ext>
            </a:extLst>
          </p:cNvPr>
          <p:cNvSpPr>
            <a:spLocks noGrp="1"/>
          </p:cNvSpPr>
          <p:nvPr>
            <p:ph type="body" sz="quarter" idx="11"/>
          </p:nvPr>
        </p:nvSpPr>
        <p:spPr>
          <a:xfrm>
            <a:off x="1676400" y="2503436"/>
            <a:ext cx="21031200" cy="424699"/>
          </a:xfrm>
          <a:prstGeom prst="rect">
            <a:avLst/>
          </a:prstGeom>
        </p:spPr>
        <p:txBody>
          <a:bodyPr wrap="square" lIns="0" tIns="0" rIns="0" bIns="0">
            <a:noAutofit/>
          </a:bodyPr>
          <a:lstStyle>
            <a:lvl1pPr marL="0" indent="0">
              <a:lnSpc>
                <a:spcPct val="100000"/>
              </a:lnSpc>
              <a:spcBef>
                <a:spcPts val="0"/>
              </a:spcBef>
              <a:buNone/>
              <a:defRPr sz="2800" cap="none" spc="0" baseline="0">
                <a:solidFill>
                  <a:schemeClr val="tx1"/>
                </a:solidFill>
                <a:latin typeface="Montserrat" panose="00000500000000000000" pitchFamily="2" charset="0"/>
                <a:ea typeface="Open Sans Light" panose="020B0306030504020204" pitchFamily="34" charset="0"/>
                <a:cs typeface="Open Sans Light" panose="020B03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grpSp>
        <p:nvGrpSpPr>
          <p:cNvPr id="17" name="Group 16">
            <a:extLst>
              <a:ext uri="{FF2B5EF4-FFF2-40B4-BE49-F238E27FC236}">
                <a16:creationId xmlns:a16="http://schemas.microsoft.com/office/drawing/2014/main" id="{AB86A6DB-665F-421C-62DC-82FAF6CB3B15}"/>
              </a:ext>
            </a:extLst>
          </p:cNvPr>
          <p:cNvGrpSpPr/>
          <p:nvPr userDrawn="1"/>
        </p:nvGrpSpPr>
        <p:grpSpPr>
          <a:xfrm>
            <a:off x="0" y="1808741"/>
            <a:ext cx="1087120" cy="76662"/>
            <a:chOff x="3244850" y="3002280"/>
            <a:chExt cx="1752600" cy="152400"/>
          </a:xfrm>
          <a:solidFill>
            <a:schemeClr val="accent3"/>
          </a:solidFill>
        </p:grpSpPr>
        <p:sp>
          <p:nvSpPr>
            <p:cNvPr id="18" name="Rectangle 17">
              <a:extLst>
                <a:ext uri="{FF2B5EF4-FFF2-40B4-BE49-F238E27FC236}">
                  <a16:creationId xmlns:a16="http://schemas.microsoft.com/office/drawing/2014/main" id="{46777A91-2993-A8A4-C1A2-DE050C5FECD6}"/>
                </a:ext>
              </a:extLst>
            </p:cNvPr>
            <p:cNvSpPr/>
            <p:nvPr/>
          </p:nvSpPr>
          <p:spPr>
            <a:xfrm>
              <a:off x="4121150" y="3002280"/>
              <a:ext cx="876300" cy="152400"/>
            </a:xfrm>
            <a:prstGeom prst="rect">
              <a:avLst/>
            </a:prstGeom>
            <a:solidFill>
              <a:srgbClr val="CEF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1B59BCC-CAA0-1CD3-83D8-7E3B3E22F19D}"/>
                </a:ext>
              </a:extLst>
            </p:cNvPr>
            <p:cNvSpPr/>
            <p:nvPr/>
          </p:nvSpPr>
          <p:spPr>
            <a:xfrm>
              <a:off x="3244850" y="3002280"/>
              <a:ext cx="876300" cy="15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Oval 1">
            <a:extLst>
              <a:ext uri="{FF2B5EF4-FFF2-40B4-BE49-F238E27FC236}">
                <a16:creationId xmlns:a16="http://schemas.microsoft.com/office/drawing/2014/main" id="{6D9B6D4A-FCFD-E8A6-7058-ED0C7C3D7D12}"/>
              </a:ext>
            </a:extLst>
          </p:cNvPr>
          <p:cNvSpPr/>
          <p:nvPr userDrawn="1"/>
        </p:nvSpPr>
        <p:spPr>
          <a:xfrm>
            <a:off x="23078887" y="12667136"/>
            <a:ext cx="540000" cy="540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6D5075A6-5E62-DFA8-3D5D-65F8B04032DB}"/>
              </a:ext>
            </a:extLst>
          </p:cNvPr>
          <p:cNvSpPr txBox="1"/>
          <p:nvPr userDrawn="1"/>
        </p:nvSpPr>
        <p:spPr>
          <a:xfrm>
            <a:off x="23082757" y="12789310"/>
            <a:ext cx="539750" cy="276999"/>
          </a:xfrm>
          <a:prstGeom prst="rect">
            <a:avLst/>
          </a:prstGeom>
          <a:noFill/>
        </p:spPr>
        <p:txBody>
          <a:bodyPr wrap="square" lIns="0" tIns="0" rIns="0" bIns="0" rtlCol="0">
            <a:spAutoFit/>
          </a:bodyPr>
          <a:lstStyle/>
          <a:p>
            <a:pPr algn="ctr"/>
            <a:fld id="{BD8018E6-5008-4D09-8834-2943DEA75A3D}" type="slidenum">
              <a:rPr lang="en-US" sz="1800" b="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800" b="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804884200"/>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guide id="5" orient="horz" pos="2304">
          <p15:clr>
            <a:srgbClr val="FBAE40"/>
          </p15:clr>
        </p15:guide>
        <p15:guide id="6" pos="2208">
          <p15:clr>
            <a:srgbClr val="FBAE40"/>
          </p15:clr>
        </p15:guide>
        <p15:guide id="7" pos="131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Phone X Mockup">
    <p:spTree>
      <p:nvGrpSpPr>
        <p:cNvPr id="1" name=""/>
        <p:cNvGrpSpPr/>
        <p:nvPr/>
      </p:nvGrpSpPr>
      <p:grpSpPr>
        <a:xfrm>
          <a:off x="0" y="0"/>
          <a:ext cx="0" cy="0"/>
          <a:chOff x="0" y="0"/>
          <a:chExt cx="0" cy="0"/>
        </a:xfrm>
      </p:grpSpPr>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377732" y="835126"/>
            <a:ext cx="7321288" cy="12586791"/>
          </a:xfrm>
          <a:prstGeom prst="rect">
            <a:avLst/>
          </a:prstGeom>
        </p:spPr>
      </p:pic>
      <p:sp>
        <p:nvSpPr>
          <p:cNvPr id="28" name="Picture Placeholder 27"/>
          <p:cNvSpPr>
            <a:spLocks noGrp="1"/>
          </p:cNvSpPr>
          <p:nvPr>
            <p:ph type="pic" sz="quarter" idx="15"/>
          </p:nvPr>
        </p:nvSpPr>
        <p:spPr>
          <a:xfrm>
            <a:off x="15655260" y="1799124"/>
            <a:ext cx="4762344" cy="10318022"/>
          </a:xfrm>
          <a:custGeom>
            <a:avLst/>
            <a:gdLst>
              <a:gd name="connsiteX0" fmla="*/ 401892 w 3804428"/>
              <a:gd name="connsiteY0" fmla="*/ 0 h 8242616"/>
              <a:gd name="connsiteX1" fmla="*/ 787350 w 3804428"/>
              <a:gd name="connsiteY1" fmla="*/ 0 h 8242616"/>
              <a:gd name="connsiteX2" fmla="*/ 839948 w 3804428"/>
              <a:gd name="connsiteY2" fmla="*/ 52595 h 8242616"/>
              <a:gd name="connsiteX3" fmla="*/ 839948 w 3804428"/>
              <a:gd name="connsiteY3" fmla="*/ 83823 h 8242616"/>
              <a:gd name="connsiteX4" fmla="*/ 1061854 w 3804428"/>
              <a:gd name="connsiteY4" fmla="*/ 305708 h 8242616"/>
              <a:gd name="connsiteX5" fmla="*/ 2745040 w 3804428"/>
              <a:gd name="connsiteY5" fmla="*/ 305708 h 8242616"/>
              <a:gd name="connsiteX6" fmla="*/ 2964480 w 3804428"/>
              <a:gd name="connsiteY6" fmla="*/ 86288 h 8242616"/>
              <a:gd name="connsiteX7" fmla="*/ 2964480 w 3804428"/>
              <a:gd name="connsiteY7" fmla="*/ 51773 h 8242616"/>
              <a:gd name="connsiteX8" fmla="*/ 3017078 w 3804428"/>
              <a:gd name="connsiteY8" fmla="*/ 0 h 8242616"/>
              <a:gd name="connsiteX9" fmla="*/ 3403356 w 3804428"/>
              <a:gd name="connsiteY9" fmla="*/ 0 h 8242616"/>
              <a:gd name="connsiteX10" fmla="*/ 3804428 w 3804428"/>
              <a:gd name="connsiteY10" fmla="*/ 401036 h 8242616"/>
              <a:gd name="connsiteX11" fmla="*/ 3804428 w 3804428"/>
              <a:gd name="connsiteY11" fmla="*/ 7841580 h 8242616"/>
              <a:gd name="connsiteX12" fmla="*/ 3403356 w 3804428"/>
              <a:gd name="connsiteY12" fmla="*/ 8242616 h 8242616"/>
              <a:gd name="connsiteX13" fmla="*/ 401892 w 3804428"/>
              <a:gd name="connsiteY13" fmla="*/ 8242616 h 8242616"/>
              <a:gd name="connsiteX14" fmla="*/ 0 w 3804428"/>
              <a:gd name="connsiteY14" fmla="*/ 7841580 h 8242616"/>
              <a:gd name="connsiteX15" fmla="*/ 0 w 3804428"/>
              <a:gd name="connsiteY15" fmla="*/ 401036 h 8242616"/>
              <a:gd name="connsiteX16" fmla="*/ 401892 w 3804428"/>
              <a:gd name="connsiteY16" fmla="*/ 0 h 8242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4428" h="8242616">
                <a:moveTo>
                  <a:pt x="401892" y="0"/>
                </a:moveTo>
                <a:cubicBezTo>
                  <a:pt x="401892" y="0"/>
                  <a:pt x="401892" y="0"/>
                  <a:pt x="787350" y="0"/>
                </a:cubicBezTo>
                <a:cubicBezTo>
                  <a:pt x="816114" y="0"/>
                  <a:pt x="839948" y="23832"/>
                  <a:pt x="839948" y="52595"/>
                </a:cubicBezTo>
                <a:cubicBezTo>
                  <a:pt x="839948" y="52595"/>
                  <a:pt x="839948" y="52595"/>
                  <a:pt x="839948" y="83823"/>
                </a:cubicBezTo>
                <a:cubicBezTo>
                  <a:pt x="839948" y="206271"/>
                  <a:pt x="939394" y="305708"/>
                  <a:pt x="1061854" y="305708"/>
                </a:cubicBezTo>
                <a:cubicBezTo>
                  <a:pt x="1061854" y="305708"/>
                  <a:pt x="1061854" y="305708"/>
                  <a:pt x="2745040" y="305708"/>
                </a:cubicBezTo>
                <a:cubicBezTo>
                  <a:pt x="2866676" y="305708"/>
                  <a:pt x="2964480" y="207915"/>
                  <a:pt x="2964480" y="86288"/>
                </a:cubicBezTo>
                <a:cubicBezTo>
                  <a:pt x="2964480" y="86288"/>
                  <a:pt x="2964480" y="86288"/>
                  <a:pt x="2964480" y="51773"/>
                </a:cubicBezTo>
                <a:cubicBezTo>
                  <a:pt x="2964480" y="23010"/>
                  <a:pt x="2988314" y="0"/>
                  <a:pt x="3017078" y="0"/>
                </a:cubicBezTo>
                <a:cubicBezTo>
                  <a:pt x="3017078" y="0"/>
                  <a:pt x="3017078" y="0"/>
                  <a:pt x="3403356" y="0"/>
                </a:cubicBezTo>
                <a:cubicBezTo>
                  <a:pt x="3625262" y="0"/>
                  <a:pt x="3804428" y="179974"/>
                  <a:pt x="3804428" y="401036"/>
                </a:cubicBezTo>
                <a:cubicBezTo>
                  <a:pt x="3804428" y="401036"/>
                  <a:pt x="3804428" y="401036"/>
                  <a:pt x="3804428" y="7841580"/>
                </a:cubicBezTo>
                <a:cubicBezTo>
                  <a:pt x="3804428" y="8063464"/>
                  <a:pt x="3625262" y="8242616"/>
                  <a:pt x="3403356" y="8242616"/>
                </a:cubicBezTo>
                <a:cubicBezTo>
                  <a:pt x="3403356" y="8242616"/>
                  <a:pt x="3403356" y="8242616"/>
                  <a:pt x="401892" y="8242616"/>
                </a:cubicBezTo>
                <a:cubicBezTo>
                  <a:pt x="179988" y="8242616"/>
                  <a:pt x="0" y="8063464"/>
                  <a:pt x="0" y="7841580"/>
                </a:cubicBezTo>
                <a:cubicBezTo>
                  <a:pt x="0" y="7841580"/>
                  <a:pt x="0" y="7841580"/>
                  <a:pt x="0" y="401036"/>
                </a:cubicBezTo>
                <a:cubicBezTo>
                  <a:pt x="0" y="179974"/>
                  <a:pt x="179988" y="0"/>
                  <a:pt x="401892" y="0"/>
                </a:cubicBezTo>
                <a:close/>
              </a:path>
            </a:pathLst>
          </a:custGeom>
          <a:noFill/>
        </p:spPr>
        <p:txBody>
          <a:bodyPr wrap="square" anchor="ctr" anchorCtr="0">
            <a:noAutofit/>
          </a:bodyPr>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3" name="Title 8">
            <a:extLst>
              <a:ext uri="{FF2B5EF4-FFF2-40B4-BE49-F238E27FC236}">
                <a16:creationId xmlns:a16="http://schemas.microsoft.com/office/drawing/2014/main" id="{D24C8100-F8A8-F4FE-2D6F-93C84C5180CB}"/>
              </a:ext>
            </a:extLst>
          </p:cNvPr>
          <p:cNvSpPr>
            <a:spLocks noGrp="1"/>
          </p:cNvSpPr>
          <p:nvPr>
            <p:ph type="title"/>
          </p:nvPr>
        </p:nvSpPr>
        <p:spPr>
          <a:xfrm>
            <a:off x="1630680" y="1375096"/>
            <a:ext cx="12451080" cy="1016357"/>
          </a:xfrm>
          <a:prstGeom prst="rect">
            <a:avLst/>
          </a:prstGeom>
        </p:spPr>
        <p:txBody>
          <a:bodyPr lIns="0" tIns="0" rIns="0" bIns="0" anchor="t" anchorCtr="0"/>
          <a:lstStyle>
            <a:lvl1pPr>
              <a:defRPr sz="7000" b="1">
                <a:solidFill>
                  <a:schemeClr val="accent1"/>
                </a:solidFill>
                <a:latin typeface="Montserrat" panose="00000500000000000000" pitchFamily="2" charset="0"/>
                <a:ea typeface="Open Sans" panose="020B0606030504020204" pitchFamily="34" charset="0"/>
                <a:cs typeface="Open Sans" panose="020B0606030504020204" pitchFamily="34" charset="0"/>
              </a:defRPr>
            </a:lvl1pPr>
          </a:lstStyle>
          <a:p>
            <a:r>
              <a:rPr lang="en-US"/>
              <a:t>Click to edit Master title style</a:t>
            </a:r>
          </a:p>
        </p:txBody>
      </p:sp>
      <p:sp>
        <p:nvSpPr>
          <p:cNvPr id="14" name="Text Placeholder 18">
            <a:extLst>
              <a:ext uri="{FF2B5EF4-FFF2-40B4-BE49-F238E27FC236}">
                <a16:creationId xmlns:a16="http://schemas.microsoft.com/office/drawing/2014/main" id="{5131964B-2E46-04ED-630E-FCA8BC2BC9D2}"/>
              </a:ext>
            </a:extLst>
          </p:cNvPr>
          <p:cNvSpPr>
            <a:spLocks noGrp="1"/>
          </p:cNvSpPr>
          <p:nvPr>
            <p:ph type="body" sz="quarter" idx="10"/>
          </p:nvPr>
        </p:nvSpPr>
        <p:spPr>
          <a:xfrm>
            <a:off x="1676400" y="835126"/>
            <a:ext cx="12424071" cy="304699"/>
          </a:xfrm>
          <a:prstGeom prst="rect">
            <a:avLst/>
          </a:prstGeom>
        </p:spPr>
        <p:txBody>
          <a:bodyPr wrap="square" lIns="0" tIns="0" rIns="0" bIns="0">
            <a:noAutofit/>
          </a:bodyPr>
          <a:lstStyle>
            <a:lvl1pPr marL="0" indent="0">
              <a:lnSpc>
                <a:spcPct val="100000"/>
              </a:lnSpc>
              <a:spcBef>
                <a:spcPts val="0"/>
              </a:spcBef>
              <a:buNone/>
              <a:defRPr sz="2600" cap="all" spc="500" baseline="0">
                <a:solidFill>
                  <a:schemeClr val="tx2"/>
                </a:solidFill>
                <a:latin typeface="Montserrat" panose="00000500000000000000" pitchFamily="2" charset="0"/>
                <a:ea typeface="Open Sans" panose="020B0606030504020204" pitchFamily="34" charset="0"/>
                <a:cs typeface="Open Sans" panose="020B06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sp>
        <p:nvSpPr>
          <p:cNvPr id="15" name="Text Placeholder 18">
            <a:extLst>
              <a:ext uri="{FF2B5EF4-FFF2-40B4-BE49-F238E27FC236}">
                <a16:creationId xmlns:a16="http://schemas.microsoft.com/office/drawing/2014/main" id="{60FB71A6-AE38-8EB1-AD3B-3DD3BB8B6870}"/>
              </a:ext>
            </a:extLst>
          </p:cNvPr>
          <p:cNvSpPr>
            <a:spLocks noGrp="1"/>
          </p:cNvSpPr>
          <p:nvPr>
            <p:ph type="body" sz="quarter" idx="11"/>
          </p:nvPr>
        </p:nvSpPr>
        <p:spPr>
          <a:xfrm>
            <a:off x="1676400" y="2503436"/>
            <a:ext cx="12424071" cy="424699"/>
          </a:xfrm>
          <a:prstGeom prst="rect">
            <a:avLst/>
          </a:prstGeom>
        </p:spPr>
        <p:txBody>
          <a:bodyPr wrap="square" lIns="0" tIns="0" rIns="0" bIns="0">
            <a:noAutofit/>
          </a:bodyPr>
          <a:lstStyle>
            <a:lvl1pPr marL="0" indent="0">
              <a:lnSpc>
                <a:spcPct val="100000"/>
              </a:lnSpc>
              <a:spcBef>
                <a:spcPts val="0"/>
              </a:spcBef>
              <a:buNone/>
              <a:defRPr sz="2800" cap="none" spc="0" baseline="0">
                <a:solidFill>
                  <a:schemeClr val="tx1"/>
                </a:solidFill>
                <a:latin typeface="Montserrat" panose="00000500000000000000" pitchFamily="2" charset="0"/>
                <a:ea typeface="Open Sans Light" panose="020B0306030504020204" pitchFamily="34" charset="0"/>
                <a:cs typeface="Open Sans Light" panose="020B03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grpSp>
        <p:nvGrpSpPr>
          <p:cNvPr id="12" name="Group 11">
            <a:extLst>
              <a:ext uri="{FF2B5EF4-FFF2-40B4-BE49-F238E27FC236}">
                <a16:creationId xmlns:a16="http://schemas.microsoft.com/office/drawing/2014/main" id="{1A2C9958-84FF-9470-E46F-5CE85FCF3EC8}"/>
              </a:ext>
            </a:extLst>
          </p:cNvPr>
          <p:cNvGrpSpPr/>
          <p:nvPr userDrawn="1"/>
        </p:nvGrpSpPr>
        <p:grpSpPr>
          <a:xfrm>
            <a:off x="0" y="1808741"/>
            <a:ext cx="1087120" cy="76662"/>
            <a:chOff x="3244850" y="3002280"/>
            <a:chExt cx="1752600" cy="152400"/>
          </a:xfrm>
          <a:solidFill>
            <a:schemeClr val="accent3"/>
          </a:solidFill>
        </p:grpSpPr>
        <p:sp>
          <p:nvSpPr>
            <p:cNvPr id="19" name="Rectangle 18">
              <a:extLst>
                <a:ext uri="{FF2B5EF4-FFF2-40B4-BE49-F238E27FC236}">
                  <a16:creationId xmlns:a16="http://schemas.microsoft.com/office/drawing/2014/main" id="{8F127614-2863-4DDD-92BF-ED9237AA8070}"/>
                </a:ext>
              </a:extLst>
            </p:cNvPr>
            <p:cNvSpPr/>
            <p:nvPr/>
          </p:nvSpPr>
          <p:spPr>
            <a:xfrm>
              <a:off x="4121150" y="3002280"/>
              <a:ext cx="876300" cy="152400"/>
            </a:xfrm>
            <a:prstGeom prst="rect">
              <a:avLst/>
            </a:prstGeom>
            <a:solidFill>
              <a:srgbClr val="CEF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B64AC4D-758F-D112-93AF-C7989CA63637}"/>
                </a:ext>
              </a:extLst>
            </p:cNvPr>
            <p:cNvSpPr/>
            <p:nvPr/>
          </p:nvSpPr>
          <p:spPr>
            <a:xfrm>
              <a:off x="3244850" y="3002280"/>
              <a:ext cx="876300" cy="15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Oval 1">
            <a:extLst>
              <a:ext uri="{FF2B5EF4-FFF2-40B4-BE49-F238E27FC236}">
                <a16:creationId xmlns:a16="http://schemas.microsoft.com/office/drawing/2014/main" id="{A72FA02F-CF0C-AF1A-FD1D-0DDCCF686313}"/>
              </a:ext>
            </a:extLst>
          </p:cNvPr>
          <p:cNvSpPr/>
          <p:nvPr userDrawn="1"/>
        </p:nvSpPr>
        <p:spPr>
          <a:xfrm>
            <a:off x="23078887" y="12667136"/>
            <a:ext cx="540000" cy="540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810E6F44-5B39-B2CC-C98E-FFE164C4FAD4}"/>
              </a:ext>
            </a:extLst>
          </p:cNvPr>
          <p:cNvSpPr txBox="1"/>
          <p:nvPr userDrawn="1"/>
        </p:nvSpPr>
        <p:spPr>
          <a:xfrm>
            <a:off x="23082757" y="12789310"/>
            <a:ext cx="539750" cy="276999"/>
          </a:xfrm>
          <a:prstGeom prst="rect">
            <a:avLst/>
          </a:prstGeom>
          <a:noFill/>
        </p:spPr>
        <p:txBody>
          <a:bodyPr wrap="square" lIns="0" tIns="0" rIns="0" bIns="0" rtlCol="0">
            <a:spAutoFit/>
          </a:bodyPr>
          <a:lstStyle/>
          <a:p>
            <a:pPr algn="ctr"/>
            <a:fld id="{BD8018E6-5008-4D09-8834-2943DEA75A3D}" type="slidenum">
              <a:rPr lang="en-US" sz="1800" b="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800" b="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216027140"/>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guide id="5" orient="horz" pos="23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Phone 7 Mockup">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85328" y="278227"/>
            <a:ext cx="6909476" cy="12928917"/>
          </a:xfrm>
          <a:prstGeom prst="rect">
            <a:avLst/>
          </a:prstGeom>
        </p:spPr>
      </p:pic>
      <p:sp>
        <p:nvSpPr>
          <p:cNvPr id="19" name="Picture Placeholder 18"/>
          <p:cNvSpPr>
            <a:spLocks noGrp="1"/>
          </p:cNvSpPr>
          <p:nvPr>
            <p:ph type="pic" sz="quarter" idx="15"/>
          </p:nvPr>
        </p:nvSpPr>
        <p:spPr>
          <a:xfrm>
            <a:off x="2195901" y="2126751"/>
            <a:ext cx="5138106" cy="9020710"/>
          </a:xfrm>
          <a:custGeom>
            <a:avLst/>
            <a:gdLst>
              <a:gd name="connsiteX0" fmla="*/ 53745 w 5138106"/>
              <a:gd name="connsiteY0" fmla="*/ 0 h 9020710"/>
              <a:gd name="connsiteX1" fmla="*/ 5084361 w 5138106"/>
              <a:gd name="connsiteY1" fmla="*/ 0 h 9020710"/>
              <a:gd name="connsiteX2" fmla="*/ 5138106 w 5138106"/>
              <a:gd name="connsiteY2" fmla="*/ 53745 h 9020710"/>
              <a:gd name="connsiteX3" fmla="*/ 5138106 w 5138106"/>
              <a:gd name="connsiteY3" fmla="*/ 8966965 h 9020710"/>
              <a:gd name="connsiteX4" fmla="*/ 5084361 w 5138106"/>
              <a:gd name="connsiteY4" fmla="*/ 9020710 h 9020710"/>
              <a:gd name="connsiteX5" fmla="*/ 53745 w 5138106"/>
              <a:gd name="connsiteY5" fmla="*/ 9020710 h 9020710"/>
              <a:gd name="connsiteX6" fmla="*/ 0 w 5138106"/>
              <a:gd name="connsiteY6" fmla="*/ 8966965 h 9020710"/>
              <a:gd name="connsiteX7" fmla="*/ 0 w 5138106"/>
              <a:gd name="connsiteY7" fmla="*/ 53745 h 9020710"/>
              <a:gd name="connsiteX8" fmla="*/ 53745 w 5138106"/>
              <a:gd name="connsiteY8" fmla="*/ 0 h 902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38106" h="9020710">
                <a:moveTo>
                  <a:pt x="53745" y="0"/>
                </a:moveTo>
                <a:lnTo>
                  <a:pt x="5084361" y="0"/>
                </a:lnTo>
                <a:cubicBezTo>
                  <a:pt x="5114044" y="0"/>
                  <a:pt x="5138106" y="24062"/>
                  <a:pt x="5138106" y="53745"/>
                </a:cubicBezTo>
                <a:lnTo>
                  <a:pt x="5138106" y="8966965"/>
                </a:lnTo>
                <a:cubicBezTo>
                  <a:pt x="5138106" y="8996648"/>
                  <a:pt x="5114044" y="9020710"/>
                  <a:pt x="5084361" y="9020710"/>
                </a:cubicBezTo>
                <a:lnTo>
                  <a:pt x="53745" y="9020710"/>
                </a:lnTo>
                <a:cubicBezTo>
                  <a:pt x="24062" y="9020710"/>
                  <a:pt x="0" y="8996648"/>
                  <a:pt x="0" y="8966965"/>
                </a:cubicBezTo>
                <a:lnTo>
                  <a:pt x="0" y="53745"/>
                </a:lnTo>
                <a:cubicBezTo>
                  <a:pt x="0" y="24062"/>
                  <a:pt x="24062" y="0"/>
                  <a:pt x="53745" y="0"/>
                </a:cubicBezTo>
                <a:close/>
              </a:path>
            </a:pathLst>
          </a:custGeom>
          <a:noFill/>
        </p:spPr>
        <p:txBody>
          <a:bodyPr wrap="square" anchor="ctr" anchorCtr="0">
            <a:noAutofit/>
          </a:bodyPr>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4" name="Title 8">
            <a:extLst>
              <a:ext uri="{FF2B5EF4-FFF2-40B4-BE49-F238E27FC236}">
                <a16:creationId xmlns:a16="http://schemas.microsoft.com/office/drawing/2014/main" id="{C43F2BAE-2475-D726-39A9-A4A23D9DB01C}"/>
              </a:ext>
            </a:extLst>
          </p:cNvPr>
          <p:cNvSpPr>
            <a:spLocks noGrp="1"/>
          </p:cNvSpPr>
          <p:nvPr>
            <p:ph type="title"/>
          </p:nvPr>
        </p:nvSpPr>
        <p:spPr>
          <a:xfrm>
            <a:off x="8796528" y="1375096"/>
            <a:ext cx="13911072" cy="1016357"/>
          </a:xfrm>
          <a:prstGeom prst="rect">
            <a:avLst/>
          </a:prstGeom>
        </p:spPr>
        <p:txBody>
          <a:bodyPr lIns="0" tIns="0" rIns="0" bIns="0" anchor="t" anchorCtr="0"/>
          <a:lstStyle>
            <a:lvl1pPr>
              <a:defRPr sz="7000" b="1">
                <a:solidFill>
                  <a:schemeClr val="accent1"/>
                </a:solidFill>
                <a:latin typeface="Montserrat" panose="00000500000000000000" pitchFamily="2" charset="0"/>
                <a:ea typeface="Open Sans" panose="020B0606030504020204" pitchFamily="34" charset="0"/>
                <a:cs typeface="Open Sans" panose="020B0606030504020204" pitchFamily="34" charset="0"/>
              </a:defRPr>
            </a:lvl1pPr>
          </a:lstStyle>
          <a:p>
            <a:r>
              <a:rPr lang="en-US"/>
              <a:t>Click to edit Master title style</a:t>
            </a:r>
          </a:p>
        </p:txBody>
      </p:sp>
      <p:sp>
        <p:nvSpPr>
          <p:cNvPr id="15" name="Text Placeholder 18">
            <a:extLst>
              <a:ext uri="{FF2B5EF4-FFF2-40B4-BE49-F238E27FC236}">
                <a16:creationId xmlns:a16="http://schemas.microsoft.com/office/drawing/2014/main" id="{24C53C6B-D721-AE81-3530-C6D45C6FEA74}"/>
              </a:ext>
            </a:extLst>
          </p:cNvPr>
          <p:cNvSpPr>
            <a:spLocks noGrp="1"/>
          </p:cNvSpPr>
          <p:nvPr>
            <p:ph type="body" sz="quarter" idx="10"/>
          </p:nvPr>
        </p:nvSpPr>
        <p:spPr>
          <a:xfrm>
            <a:off x="8826704" y="835126"/>
            <a:ext cx="13880896" cy="304699"/>
          </a:xfrm>
          <a:prstGeom prst="rect">
            <a:avLst/>
          </a:prstGeom>
        </p:spPr>
        <p:txBody>
          <a:bodyPr wrap="square" lIns="0" tIns="0" rIns="0" bIns="0">
            <a:noAutofit/>
          </a:bodyPr>
          <a:lstStyle>
            <a:lvl1pPr marL="0" indent="0">
              <a:lnSpc>
                <a:spcPct val="100000"/>
              </a:lnSpc>
              <a:spcBef>
                <a:spcPts val="0"/>
              </a:spcBef>
              <a:buNone/>
              <a:defRPr sz="2600" cap="all" spc="500" baseline="0">
                <a:solidFill>
                  <a:schemeClr val="tx2"/>
                </a:solidFill>
                <a:latin typeface="Montserrat" panose="00000500000000000000" pitchFamily="2" charset="0"/>
                <a:ea typeface="Open Sans" panose="020B0606030504020204" pitchFamily="34" charset="0"/>
                <a:cs typeface="Open Sans" panose="020B06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sp>
        <p:nvSpPr>
          <p:cNvPr id="20" name="Text Placeholder 18">
            <a:extLst>
              <a:ext uri="{FF2B5EF4-FFF2-40B4-BE49-F238E27FC236}">
                <a16:creationId xmlns:a16="http://schemas.microsoft.com/office/drawing/2014/main" id="{24364A6F-664E-DAE1-511E-4C6FDB9932BE}"/>
              </a:ext>
            </a:extLst>
          </p:cNvPr>
          <p:cNvSpPr>
            <a:spLocks noGrp="1"/>
          </p:cNvSpPr>
          <p:nvPr>
            <p:ph type="body" sz="quarter" idx="11"/>
          </p:nvPr>
        </p:nvSpPr>
        <p:spPr>
          <a:xfrm>
            <a:off x="8826704" y="2503436"/>
            <a:ext cx="13880896" cy="424699"/>
          </a:xfrm>
          <a:prstGeom prst="rect">
            <a:avLst/>
          </a:prstGeom>
        </p:spPr>
        <p:txBody>
          <a:bodyPr wrap="square" lIns="0" tIns="0" rIns="0" bIns="0">
            <a:noAutofit/>
          </a:bodyPr>
          <a:lstStyle>
            <a:lvl1pPr marL="0" indent="0">
              <a:lnSpc>
                <a:spcPct val="100000"/>
              </a:lnSpc>
              <a:spcBef>
                <a:spcPts val="0"/>
              </a:spcBef>
              <a:buNone/>
              <a:defRPr sz="2800" cap="none" spc="0" baseline="0">
                <a:solidFill>
                  <a:schemeClr val="tx1"/>
                </a:solidFill>
                <a:latin typeface="Montserrat" panose="00000500000000000000" pitchFamily="2" charset="0"/>
                <a:ea typeface="Open Sans Light" panose="020B0306030504020204" pitchFamily="34" charset="0"/>
                <a:cs typeface="Open Sans Light" panose="020B03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grpSp>
        <p:nvGrpSpPr>
          <p:cNvPr id="12" name="Group 11">
            <a:extLst>
              <a:ext uri="{FF2B5EF4-FFF2-40B4-BE49-F238E27FC236}">
                <a16:creationId xmlns:a16="http://schemas.microsoft.com/office/drawing/2014/main" id="{F62EFDB9-C5C1-8E73-B7A9-E811FFAB3146}"/>
              </a:ext>
            </a:extLst>
          </p:cNvPr>
          <p:cNvGrpSpPr/>
          <p:nvPr userDrawn="1"/>
        </p:nvGrpSpPr>
        <p:grpSpPr>
          <a:xfrm>
            <a:off x="0" y="1808741"/>
            <a:ext cx="1087120" cy="76662"/>
            <a:chOff x="3244850" y="3002280"/>
            <a:chExt cx="1752600" cy="152400"/>
          </a:xfrm>
          <a:solidFill>
            <a:schemeClr val="accent3"/>
          </a:solidFill>
        </p:grpSpPr>
        <p:sp>
          <p:nvSpPr>
            <p:cNvPr id="21" name="Rectangle 20">
              <a:extLst>
                <a:ext uri="{FF2B5EF4-FFF2-40B4-BE49-F238E27FC236}">
                  <a16:creationId xmlns:a16="http://schemas.microsoft.com/office/drawing/2014/main" id="{CA62E50C-8041-0482-915C-373B3FA00F5E}"/>
                </a:ext>
              </a:extLst>
            </p:cNvPr>
            <p:cNvSpPr/>
            <p:nvPr/>
          </p:nvSpPr>
          <p:spPr>
            <a:xfrm>
              <a:off x="4121150" y="3002280"/>
              <a:ext cx="876300" cy="152400"/>
            </a:xfrm>
            <a:prstGeom prst="rect">
              <a:avLst/>
            </a:prstGeom>
            <a:solidFill>
              <a:srgbClr val="CEF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E1CADE9-7920-BE65-B5E8-E210F825C040}"/>
                </a:ext>
              </a:extLst>
            </p:cNvPr>
            <p:cNvSpPr/>
            <p:nvPr/>
          </p:nvSpPr>
          <p:spPr>
            <a:xfrm>
              <a:off x="3244850" y="3002280"/>
              <a:ext cx="876300" cy="15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Oval 1">
            <a:extLst>
              <a:ext uri="{FF2B5EF4-FFF2-40B4-BE49-F238E27FC236}">
                <a16:creationId xmlns:a16="http://schemas.microsoft.com/office/drawing/2014/main" id="{4F312C92-2060-D41A-3F3C-71EC40E0FD4E}"/>
              </a:ext>
            </a:extLst>
          </p:cNvPr>
          <p:cNvSpPr/>
          <p:nvPr userDrawn="1"/>
        </p:nvSpPr>
        <p:spPr>
          <a:xfrm>
            <a:off x="23078887" y="12667136"/>
            <a:ext cx="540000" cy="540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32B8438E-BD20-B078-2793-E7DA727FB9F6}"/>
              </a:ext>
            </a:extLst>
          </p:cNvPr>
          <p:cNvSpPr txBox="1"/>
          <p:nvPr userDrawn="1"/>
        </p:nvSpPr>
        <p:spPr>
          <a:xfrm>
            <a:off x="23082757" y="12789310"/>
            <a:ext cx="539750" cy="276999"/>
          </a:xfrm>
          <a:prstGeom prst="rect">
            <a:avLst/>
          </a:prstGeom>
          <a:noFill/>
        </p:spPr>
        <p:txBody>
          <a:bodyPr wrap="square" lIns="0" tIns="0" rIns="0" bIns="0" rtlCol="0">
            <a:spAutoFit/>
          </a:bodyPr>
          <a:lstStyle/>
          <a:p>
            <a:pPr algn="ctr"/>
            <a:fld id="{BD8018E6-5008-4D09-8834-2943DEA75A3D}" type="slidenum">
              <a:rPr lang="en-US" sz="1800" b="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800" b="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582817892"/>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guide id="5" orient="horz" pos="230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acBook Mockup">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34680" y="3040118"/>
            <a:ext cx="16945466" cy="10248778"/>
          </a:xfrm>
          <a:prstGeom prst="rect">
            <a:avLst/>
          </a:prstGeom>
        </p:spPr>
      </p:pic>
      <p:sp>
        <p:nvSpPr>
          <p:cNvPr id="12" name="Picture Placeholder 2"/>
          <p:cNvSpPr>
            <a:spLocks noGrp="1"/>
          </p:cNvSpPr>
          <p:nvPr>
            <p:ph type="pic" sz="quarter" idx="13"/>
          </p:nvPr>
        </p:nvSpPr>
        <p:spPr>
          <a:xfrm>
            <a:off x="11074400" y="4291746"/>
            <a:ext cx="10998200" cy="7011253"/>
          </a:xfrm>
          <a:prstGeom prst="rect">
            <a:avLst/>
          </a:prstGeom>
        </p:spPr>
        <p:txBody>
          <a:bodyPr anchor="ctr" anchorCtr="0"/>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3" name="Title 8">
            <a:extLst>
              <a:ext uri="{FF2B5EF4-FFF2-40B4-BE49-F238E27FC236}">
                <a16:creationId xmlns:a16="http://schemas.microsoft.com/office/drawing/2014/main" id="{0F45B88D-565F-FACA-9A1D-017D9FA3743A}"/>
              </a:ext>
            </a:extLst>
          </p:cNvPr>
          <p:cNvSpPr>
            <a:spLocks noGrp="1"/>
          </p:cNvSpPr>
          <p:nvPr>
            <p:ph type="title"/>
          </p:nvPr>
        </p:nvSpPr>
        <p:spPr>
          <a:xfrm>
            <a:off x="1630680" y="1375096"/>
            <a:ext cx="21076920" cy="1016357"/>
          </a:xfrm>
          <a:prstGeom prst="rect">
            <a:avLst/>
          </a:prstGeom>
        </p:spPr>
        <p:txBody>
          <a:bodyPr lIns="0" tIns="0" rIns="0" bIns="0" anchor="t" anchorCtr="0"/>
          <a:lstStyle>
            <a:lvl1pPr>
              <a:defRPr sz="7000" b="1">
                <a:solidFill>
                  <a:schemeClr val="accent1"/>
                </a:solidFill>
                <a:latin typeface="Montserrat" panose="00000500000000000000" pitchFamily="2" charset="0"/>
                <a:ea typeface="Open Sans" panose="020B0606030504020204" pitchFamily="34" charset="0"/>
                <a:cs typeface="Open Sans" panose="020B0606030504020204" pitchFamily="34" charset="0"/>
              </a:defRPr>
            </a:lvl1pPr>
          </a:lstStyle>
          <a:p>
            <a:r>
              <a:rPr lang="en-US"/>
              <a:t>Click to edit Master title style</a:t>
            </a:r>
          </a:p>
        </p:txBody>
      </p:sp>
      <p:sp>
        <p:nvSpPr>
          <p:cNvPr id="16" name="Text Placeholder 18">
            <a:extLst>
              <a:ext uri="{FF2B5EF4-FFF2-40B4-BE49-F238E27FC236}">
                <a16:creationId xmlns:a16="http://schemas.microsoft.com/office/drawing/2014/main" id="{E133B37B-B8A0-617C-4AC4-E806C3CD2921}"/>
              </a:ext>
            </a:extLst>
          </p:cNvPr>
          <p:cNvSpPr>
            <a:spLocks noGrp="1"/>
          </p:cNvSpPr>
          <p:nvPr>
            <p:ph type="body" sz="quarter" idx="10"/>
          </p:nvPr>
        </p:nvSpPr>
        <p:spPr>
          <a:xfrm>
            <a:off x="1676400" y="835126"/>
            <a:ext cx="21031200" cy="304699"/>
          </a:xfrm>
          <a:prstGeom prst="rect">
            <a:avLst/>
          </a:prstGeom>
        </p:spPr>
        <p:txBody>
          <a:bodyPr wrap="square" lIns="0" tIns="0" rIns="0" bIns="0">
            <a:noAutofit/>
          </a:bodyPr>
          <a:lstStyle>
            <a:lvl1pPr marL="0" indent="0">
              <a:lnSpc>
                <a:spcPct val="100000"/>
              </a:lnSpc>
              <a:spcBef>
                <a:spcPts val="0"/>
              </a:spcBef>
              <a:buNone/>
              <a:defRPr sz="2600" cap="all" spc="500" baseline="0">
                <a:solidFill>
                  <a:schemeClr val="tx2"/>
                </a:solidFill>
                <a:latin typeface="Montserrat" panose="00000500000000000000" pitchFamily="2" charset="0"/>
                <a:ea typeface="Open Sans" panose="020B0606030504020204" pitchFamily="34" charset="0"/>
                <a:cs typeface="Open Sans" panose="020B06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sp>
        <p:nvSpPr>
          <p:cNvPr id="17" name="Text Placeholder 18">
            <a:extLst>
              <a:ext uri="{FF2B5EF4-FFF2-40B4-BE49-F238E27FC236}">
                <a16:creationId xmlns:a16="http://schemas.microsoft.com/office/drawing/2014/main" id="{4C7DBF84-70E6-6D81-26AF-141917E8B665}"/>
              </a:ext>
            </a:extLst>
          </p:cNvPr>
          <p:cNvSpPr>
            <a:spLocks noGrp="1"/>
          </p:cNvSpPr>
          <p:nvPr>
            <p:ph type="body" sz="quarter" idx="11"/>
          </p:nvPr>
        </p:nvSpPr>
        <p:spPr>
          <a:xfrm>
            <a:off x="1676400" y="2503436"/>
            <a:ext cx="21031200" cy="424699"/>
          </a:xfrm>
          <a:prstGeom prst="rect">
            <a:avLst/>
          </a:prstGeom>
        </p:spPr>
        <p:txBody>
          <a:bodyPr wrap="square" lIns="0" tIns="0" rIns="0" bIns="0">
            <a:noAutofit/>
          </a:bodyPr>
          <a:lstStyle>
            <a:lvl1pPr marL="0" indent="0">
              <a:lnSpc>
                <a:spcPct val="100000"/>
              </a:lnSpc>
              <a:spcBef>
                <a:spcPts val="0"/>
              </a:spcBef>
              <a:buNone/>
              <a:defRPr sz="2800" cap="none" spc="0" baseline="0">
                <a:solidFill>
                  <a:schemeClr val="tx1"/>
                </a:solidFill>
                <a:latin typeface="Montserrat" panose="00000500000000000000" pitchFamily="2" charset="0"/>
                <a:ea typeface="Open Sans Light" panose="020B0306030504020204" pitchFamily="34" charset="0"/>
                <a:cs typeface="Open Sans Light" panose="020B03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grpSp>
        <p:nvGrpSpPr>
          <p:cNvPr id="18" name="Group 17">
            <a:extLst>
              <a:ext uri="{FF2B5EF4-FFF2-40B4-BE49-F238E27FC236}">
                <a16:creationId xmlns:a16="http://schemas.microsoft.com/office/drawing/2014/main" id="{5DDD9877-63DF-158C-3A47-7AC425653531}"/>
              </a:ext>
            </a:extLst>
          </p:cNvPr>
          <p:cNvGrpSpPr/>
          <p:nvPr userDrawn="1"/>
        </p:nvGrpSpPr>
        <p:grpSpPr>
          <a:xfrm>
            <a:off x="0" y="1808741"/>
            <a:ext cx="1087120" cy="76662"/>
            <a:chOff x="3244850" y="3002280"/>
            <a:chExt cx="1752600" cy="152400"/>
          </a:xfrm>
          <a:solidFill>
            <a:schemeClr val="accent3"/>
          </a:solidFill>
        </p:grpSpPr>
        <p:sp>
          <p:nvSpPr>
            <p:cNvPr id="19" name="Rectangle 18">
              <a:extLst>
                <a:ext uri="{FF2B5EF4-FFF2-40B4-BE49-F238E27FC236}">
                  <a16:creationId xmlns:a16="http://schemas.microsoft.com/office/drawing/2014/main" id="{8F5F1D43-761F-8739-3B61-6E64F494CD58}"/>
                </a:ext>
              </a:extLst>
            </p:cNvPr>
            <p:cNvSpPr/>
            <p:nvPr/>
          </p:nvSpPr>
          <p:spPr>
            <a:xfrm>
              <a:off x="4121150" y="3002280"/>
              <a:ext cx="876300" cy="152400"/>
            </a:xfrm>
            <a:prstGeom prst="rect">
              <a:avLst/>
            </a:prstGeom>
            <a:solidFill>
              <a:srgbClr val="CEF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4815BB2-5F57-386F-28A4-1B836EDEB68A}"/>
                </a:ext>
              </a:extLst>
            </p:cNvPr>
            <p:cNvSpPr/>
            <p:nvPr/>
          </p:nvSpPr>
          <p:spPr>
            <a:xfrm>
              <a:off x="3244850" y="3002280"/>
              <a:ext cx="876300" cy="15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Oval 23">
            <a:extLst>
              <a:ext uri="{FF2B5EF4-FFF2-40B4-BE49-F238E27FC236}">
                <a16:creationId xmlns:a16="http://schemas.microsoft.com/office/drawing/2014/main" id="{3A72FB0B-0DA5-7909-15AC-079A53D518F4}"/>
              </a:ext>
            </a:extLst>
          </p:cNvPr>
          <p:cNvSpPr/>
          <p:nvPr userDrawn="1"/>
        </p:nvSpPr>
        <p:spPr>
          <a:xfrm>
            <a:off x="22969159" y="12667136"/>
            <a:ext cx="540000" cy="540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5" name="TextBox 24">
            <a:extLst>
              <a:ext uri="{FF2B5EF4-FFF2-40B4-BE49-F238E27FC236}">
                <a16:creationId xmlns:a16="http://schemas.microsoft.com/office/drawing/2014/main" id="{783F9A96-BFCD-5D3A-E72B-2AC4F65DC0D7}"/>
              </a:ext>
            </a:extLst>
          </p:cNvPr>
          <p:cNvSpPr txBox="1"/>
          <p:nvPr userDrawn="1"/>
        </p:nvSpPr>
        <p:spPr>
          <a:xfrm>
            <a:off x="22973029" y="12789310"/>
            <a:ext cx="539750" cy="276999"/>
          </a:xfrm>
          <a:prstGeom prst="rect">
            <a:avLst/>
          </a:prstGeom>
          <a:noFill/>
        </p:spPr>
        <p:txBody>
          <a:bodyPr wrap="square" lIns="0" tIns="0" rIns="0" bIns="0" rtlCol="0">
            <a:spAutoFit/>
          </a:bodyPr>
          <a:lstStyle/>
          <a:p>
            <a:pPr algn="ctr"/>
            <a:fld id="{BD8018E6-5008-4D09-8834-2943DEA75A3D}" type="slidenum">
              <a:rPr lang="en-US" sz="1800" b="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800" b="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44096421"/>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guide id="5" orient="horz" pos="2304">
          <p15:clr>
            <a:srgbClr val="FBAE40"/>
          </p15:clr>
        </p15:guide>
        <p15:guide id="6" pos="2208">
          <p15:clr>
            <a:srgbClr val="FBAE40"/>
          </p15:clr>
        </p15:guide>
        <p15:guide id="7" pos="131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 2 MacBook Mockups">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82233" y="3251200"/>
            <a:ext cx="10436860" cy="6312311"/>
          </a:xfrm>
          <a:prstGeom prst="rect">
            <a:avLst/>
          </a:prstGeom>
        </p:spPr>
      </p:pic>
      <p:sp>
        <p:nvSpPr>
          <p:cNvPr id="12" name="Picture Placeholder 2"/>
          <p:cNvSpPr>
            <a:spLocks noGrp="1"/>
          </p:cNvSpPr>
          <p:nvPr>
            <p:ph type="pic" sz="quarter" idx="13"/>
          </p:nvPr>
        </p:nvSpPr>
        <p:spPr>
          <a:xfrm>
            <a:off x="14553883" y="4074505"/>
            <a:ext cx="6743700" cy="4286249"/>
          </a:xfrm>
          <a:prstGeom prst="rect">
            <a:avLst/>
          </a:prstGeom>
        </p:spPr>
        <p:txBody>
          <a:bodyPr anchor="ctr" anchorCtr="0"/>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pic>
        <p:nvPicPr>
          <p:cNvPr id="16" name="Picture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7120" y="3251200"/>
            <a:ext cx="10436860" cy="6312311"/>
          </a:xfrm>
          <a:prstGeom prst="rect">
            <a:avLst/>
          </a:prstGeom>
        </p:spPr>
      </p:pic>
      <p:sp>
        <p:nvSpPr>
          <p:cNvPr id="17" name="Picture Placeholder 2"/>
          <p:cNvSpPr>
            <a:spLocks noGrp="1"/>
          </p:cNvSpPr>
          <p:nvPr>
            <p:ph type="pic" sz="quarter" idx="14"/>
          </p:nvPr>
        </p:nvSpPr>
        <p:spPr>
          <a:xfrm>
            <a:off x="2858770" y="4074505"/>
            <a:ext cx="6743700" cy="4286249"/>
          </a:xfrm>
          <a:prstGeom prst="rect">
            <a:avLst/>
          </a:prstGeom>
        </p:spPr>
        <p:txBody>
          <a:bodyPr anchor="ctr" anchorCtr="0"/>
          <a:lstStyle>
            <a:lvl1pPr marL="0" indent="0" algn="ctr">
              <a:buNone/>
              <a:defRPr sz="2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18" name="Title 8">
            <a:extLst>
              <a:ext uri="{FF2B5EF4-FFF2-40B4-BE49-F238E27FC236}">
                <a16:creationId xmlns:a16="http://schemas.microsoft.com/office/drawing/2014/main" id="{64557BE3-FBAA-C742-E09C-2693BEC58330}"/>
              </a:ext>
            </a:extLst>
          </p:cNvPr>
          <p:cNvSpPr>
            <a:spLocks noGrp="1"/>
          </p:cNvSpPr>
          <p:nvPr>
            <p:ph type="title"/>
          </p:nvPr>
        </p:nvSpPr>
        <p:spPr>
          <a:xfrm>
            <a:off x="1630680" y="1375096"/>
            <a:ext cx="21076920" cy="1016357"/>
          </a:xfrm>
          <a:prstGeom prst="rect">
            <a:avLst/>
          </a:prstGeom>
        </p:spPr>
        <p:txBody>
          <a:bodyPr lIns="0" tIns="0" rIns="0" bIns="0" anchor="t" anchorCtr="0"/>
          <a:lstStyle>
            <a:lvl1pPr>
              <a:defRPr sz="7000" b="1">
                <a:solidFill>
                  <a:schemeClr val="accent1"/>
                </a:solidFill>
                <a:latin typeface="Montserrat" panose="00000500000000000000" pitchFamily="2" charset="0"/>
                <a:ea typeface="Open Sans" panose="020B0606030504020204" pitchFamily="34" charset="0"/>
                <a:cs typeface="Open Sans" panose="020B0606030504020204" pitchFamily="34" charset="0"/>
              </a:defRPr>
            </a:lvl1pPr>
          </a:lstStyle>
          <a:p>
            <a:r>
              <a:rPr lang="en-US"/>
              <a:t>Click to edit Master title style</a:t>
            </a:r>
          </a:p>
        </p:txBody>
      </p:sp>
      <p:sp>
        <p:nvSpPr>
          <p:cNvPr id="21" name="Text Placeholder 18">
            <a:extLst>
              <a:ext uri="{FF2B5EF4-FFF2-40B4-BE49-F238E27FC236}">
                <a16:creationId xmlns:a16="http://schemas.microsoft.com/office/drawing/2014/main" id="{ABA9C127-158A-F7B6-B485-FF1BB40FCCA0}"/>
              </a:ext>
            </a:extLst>
          </p:cNvPr>
          <p:cNvSpPr>
            <a:spLocks noGrp="1"/>
          </p:cNvSpPr>
          <p:nvPr>
            <p:ph type="body" sz="quarter" idx="10"/>
          </p:nvPr>
        </p:nvSpPr>
        <p:spPr>
          <a:xfrm>
            <a:off x="1676400" y="835126"/>
            <a:ext cx="21031200" cy="304699"/>
          </a:xfrm>
          <a:prstGeom prst="rect">
            <a:avLst/>
          </a:prstGeom>
        </p:spPr>
        <p:txBody>
          <a:bodyPr wrap="square" lIns="0" tIns="0" rIns="0" bIns="0">
            <a:noAutofit/>
          </a:bodyPr>
          <a:lstStyle>
            <a:lvl1pPr marL="0" indent="0">
              <a:lnSpc>
                <a:spcPct val="100000"/>
              </a:lnSpc>
              <a:spcBef>
                <a:spcPts val="0"/>
              </a:spcBef>
              <a:buNone/>
              <a:defRPr sz="2600" cap="all" spc="500" baseline="0">
                <a:solidFill>
                  <a:schemeClr val="tx2"/>
                </a:solidFill>
                <a:latin typeface="Montserrat" panose="00000500000000000000" pitchFamily="2" charset="0"/>
                <a:ea typeface="Open Sans" panose="020B0606030504020204" pitchFamily="34" charset="0"/>
                <a:cs typeface="Open Sans" panose="020B06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sp>
        <p:nvSpPr>
          <p:cNvPr id="22" name="Text Placeholder 18">
            <a:extLst>
              <a:ext uri="{FF2B5EF4-FFF2-40B4-BE49-F238E27FC236}">
                <a16:creationId xmlns:a16="http://schemas.microsoft.com/office/drawing/2014/main" id="{FC4CA564-2C5E-1FC6-2A72-E96CE4981E63}"/>
              </a:ext>
            </a:extLst>
          </p:cNvPr>
          <p:cNvSpPr>
            <a:spLocks noGrp="1"/>
          </p:cNvSpPr>
          <p:nvPr>
            <p:ph type="body" sz="quarter" idx="11"/>
          </p:nvPr>
        </p:nvSpPr>
        <p:spPr>
          <a:xfrm>
            <a:off x="1676400" y="2503436"/>
            <a:ext cx="21031200" cy="424699"/>
          </a:xfrm>
          <a:prstGeom prst="rect">
            <a:avLst/>
          </a:prstGeom>
        </p:spPr>
        <p:txBody>
          <a:bodyPr wrap="square" lIns="0" tIns="0" rIns="0" bIns="0">
            <a:noAutofit/>
          </a:bodyPr>
          <a:lstStyle>
            <a:lvl1pPr marL="0" indent="0">
              <a:lnSpc>
                <a:spcPct val="100000"/>
              </a:lnSpc>
              <a:spcBef>
                <a:spcPts val="0"/>
              </a:spcBef>
              <a:buNone/>
              <a:defRPr sz="2800" cap="none" spc="0" baseline="0">
                <a:solidFill>
                  <a:schemeClr val="tx1"/>
                </a:solidFill>
                <a:latin typeface="Montserrat" panose="00000500000000000000" pitchFamily="2" charset="0"/>
                <a:ea typeface="Open Sans Light" panose="020B0306030504020204" pitchFamily="34" charset="0"/>
                <a:cs typeface="Open Sans Light" panose="020B0306030504020204" pitchFamily="34" charset="0"/>
              </a:defRPr>
            </a:lvl1pPr>
            <a:lvl2pPr marL="9144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8288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3pPr>
            <a:lvl4pPr marL="27432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657600" indent="0">
              <a:buNone/>
              <a:defRPr sz="2200" cap="all" spc="500" baseline="0">
                <a:solidFill>
                  <a:schemeClr val="accent4"/>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a:t>Click to edit Master text styles</a:t>
            </a:r>
          </a:p>
        </p:txBody>
      </p:sp>
      <p:grpSp>
        <p:nvGrpSpPr>
          <p:cNvPr id="19" name="Group 18">
            <a:extLst>
              <a:ext uri="{FF2B5EF4-FFF2-40B4-BE49-F238E27FC236}">
                <a16:creationId xmlns:a16="http://schemas.microsoft.com/office/drawing/2014/main" id="{FB0A8B23-CB96-26C7-541E-03EE3EFCB67B}"/>
              </a:ext>
            </a:extLst>
          </p:cNvPr>
          <p:cNvGrpSpPr/>
          <p:nvPr userDrawn="1"/>
        </p:nvGrpSpPr>
        <p:grpSpPr>
          <a:xfrm>
            <a:off x="0" y="1808741"/>
            <a:ext cx="1087120" cy="76662"/>
            <a:chOff x="3244850" y="3002280"/>
            <a:chExt cx="1752600" cy="152400"/>
          </a:xfrm>
          <a:solidFill>
            <a:schemeClr val="accent3"/>
          </a:solidFill>
        </p:grpSpPr>
        <p:sp>
          <p:nvSpPr>
            <p:cNvPr id="20" name="Rectangle 19">
              <a:extLst>
                <a:ext uri="{FF2B5EF4-FFF2-40B4-BE49-F238E27FC236}">
                  <a16:creationId xmlns:a16="http://schemas.microsoft.com/office/drawing/2014/main" id="{F3D6BB39-FF8E-A54A-C576-1B9D5D1D3AE9}"/>
                </a:ext>
              </a:extLst>
            </p:cNvPr>
            <p:cNvSpPr/>
            <p:nvPr/>
          </p:nvSpPr>
          <p:spPr>
            <a:xfrm>
              <a:off x="4121150" y="3002280"/>
              <a:ext cx="876300" cy="152400"/>
            </a:xfrm>
            <a:prstGeom prst="rect">
              <a:avLst/>
            </a:prstGeom>
            <a:solidFill>
              <a:srgbClr val="CEF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2844EFC-663E-8A75-0673-8480FEA1514F}"/>
                </a:ext>
              </a:extLst>
            </p:cNvPr>
            <p:cNvSpPr/>
            <p:nvPr/>
          </p:nvSpPr>
          <p:spPr>
            <a:xfrm>
              <a:off x="3244850" y="3002280"/>
              <a:ext cx="876300" cy="15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Oval 26">
            <a:extLst>
              <a:ext uri="{FF2B5EF4-FFF2-40B4-BE49-F238E27FC236}">
                <a16:creationId xmlns:a16="http://schemas.microsoft.com/office/drawing/2014/main" id="{7CD34B47-F42C-57BE-5B40-A5C46D9DA675}"/>
              </a:ext>
            </a:extLst>
          </p:cNvPr>
          <p:cNvSpPr/>
          <p:nvPr userDrawn="1"/>
        </p:nvSpPr>
        <p:spPr>
          <a:xfrm>
            <a:off x="22969159" y="12667136"/>
            <a:ext cx="540000" cy="540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8" name="TextBox 27">
            <a:extLst>
              <a:ext uri="{FF2B5EF4-FFF2-40B4-BE49-F238E27FC236}">
                <a16:creationId xmlns:a16="http://schemas.microsoft.com/office/drawing/2014/main" id="{C38523FE-A0FA-52BD-4ACF-9E365DE418FE}"/>
              </a:ext>
            </a:extLst>
          </p:cNvPr>
          <p:cNvSpPr txBox="1"/>
          <p:nvPr userDrawn="1"/>
        </p:nvSpPr>
        <p:spPr>
          <a:xfrm>
            <a:off x="22973029" y="12789310"/>
            <a:ext cx="539750" cy="276999"/>
          </a:xfrm>
          <a:prstGeom prst="rect">
            <a:avLst/>
          </a:prstGeom>
          <a:noFill/>
        </p:spPr>
        <p:txBody>
          <a:bodyPr wrap="square" lIns="0" tIns="0" rIns="0" bIns="0" rtlCol="0">
            <a:spAutoFit/>
          </a:bodyPr>
          <a:lstStyle/>
          <a:p>
            <a:pPr algn="ctr"/>
            <a:fld id="{BD8018E6-5008-4D09-8834-2943DEA75A3D}" type="slidenum">
              <a:rPr lang="en-US" sz="1800" b="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800" b="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692762537"/>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guide id="5" orient="horz" pos="2304">
          <p15:clr>
            <a:srgbClr val="FBAE40"/>
          </p15:clr>
        </p15:guide>
        <p15:guide id="6" pos="2208">
          <p15:clr>
            <a:srgbClr val="FBAE40"/>
          </p15:clr>
        </p15:guide>
        <p15:guide id="7" pos="131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7ADC0B4-9410-EC19-CA96-DFC8A180DC7B}"/>
              </a:ext>
            </a:extLst>
          </p:cNvPr>
          <p:cNvSpPr/>
          <p:nvPr userDrawn="1"/>
        </p:nvSpPr>
        <p:spPr>
          <a:xfrm>
            <a:off x="23078887" y="12667136"/>
            <a:ext cx="540000" cy="540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 name="TextBox 4">
            <a:extLst>
              <a:ext uri="{FF2B5EF4-FFF2-40B4-BE49-F238E27FC236}">
                <a16:creationId xmlns:a16="http://schemas.microsoft.com/office/drawing/2014/main" id="{3C24790F-19D3-0990-315A-1228612F35F6}"/>
              </a:ext>
            </a:extLst>
          </p:cNvPr>
          <p:cNvSpPr txBox="1"/>
          <p:nvPr userDrawn="1"/>
        </p:nvSpPr>
        <p:spPr>
          <a:xfrm>
            <a:off x="23082757" y="12789310"/>
            <a:ext cx="539750" cy="276999"/>
          </a:xfrm>
          <a:prstGeom prst="rect">
            <a:avLst/>
          </a:prstGeom>
          <a:noFill/>
        </p:spPr>
        <p:txBody>
          <a:bodyPr wrap="square" lIns="0" tIns="0" rIns="0" bIns="0" rtlCol="0">
            <a:spAutoFit/>
          </a:bodyPr>
          <a:lstStyle/>
          <a:p>
            <a:pPr algn="ctr"/>
            <a:fld id="{BD8018E6-5008-4D09-8834-2943DEA75A3D}" type="slidenum">
              <a:rPr lang="en-US" sz="1800" b="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800" b="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452717589"/>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full color slide">
    <p:spTree>
      <p:nvGrpSpPr>
        <p:cNvPr id="1" name=""/>
        <p:cNvGrpSpPr/>
        <p:nvPr/>
      </p:nvGrpSpPr>
      <p:grpSpPr>
        <a:xfrm>
          <a:off x="0" y="0"/>
          <a:ext cx="0" cy="0"/>
          <a:chOff x="0" y="0"/>
          <a:chExt cx="0" cy="0"/>
        </a:xfrm>
      </p:grpSpPr>
      <p:sp>
        <p:nvSpPr>
          <p:cNvPr id="2" name="Rectangle 1"/>
          <p:cNvSpPr/>
          <p:nvPr userDrawn="1"/>
        </p:nvSpPr>
        <p:spPr>
          <a:xfrm>
            <a:off x="0" y="0"/>
            <a:ext cx="24384000" cy="13716000"/>
          </a:xfrm>
          <a:prstGeom prst="rect">
            <a:avLst/>
          </a:prstGeom>
          <a:solidFill>
            <a:srgbClr val="04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081817"/>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pictur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24384000" cy="13716000"/>
          </a:xfrm>
          <a:prstGeom prst="rect">
            <a:avLst/>
          </a:prstGeom>
        </p:spPr>
        <p:txBody>
          <a:bodyPr lIns="0" tIns="0" rIns="0" bIns="0" anchor="ctr" anchorCtr="0"/>
          <a:lstStyle>
            <a:lvl1pPr marL="0" indent="0" algn="ctr">
              <a:buNone/>
              <a:defRPr sz="4000">
                <a:solidFill>
                  <a:schemeClr val="bg1">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US"/>
          </a:p>
        </p:txBody>
      </p:sp>
      <p:sp>
        <p:nvSpPr>
          <p:cNvPr id="2" name="Oval 1">
            <a:extLst>
              <a:ext uri="{FF2B5EF4-FFF2-40B4-BE49-F238E27FC236}">
                <a16:creationId xmlns:a16="http://schemas.microsoft.com/office/drawing/2014/main" id="{057A8A8F-3389-1A44-5B80-77FCA03CF1DD}"/>
              </a:ext>
            </a:extLst>
          </p:cNvPr>
          <p:cNvSpPr/>
          <p:nvPr userDrawn="1"/>
        </p:nvSpPr>
        <p:spPr>
          <a:xfrm>
            <a:off x="23078887" y="12667136"/>
            <a:ext cx="540000" cy="540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5">
            <a:extLst>
              <a:ext uri="{FF2B5EF4-FFF2-40B4-BE49-F238E27FC236}">
                <a16:creationId xmlns:a16="http://schemas.microsoft.com/office/drawing/2014/main" id="{62EE2853-DFD4-3F25-7E04-FA9D3102F8EC}"/>
              </a:ext>
            </a:extLst>
          </p:cNvPr>
          <p:cNvSpPr txBox="1"/>
          <p:nvPr userDrawn="1"/>
        </p:nvSpPr>
        <p:spPr>
          <a:xfrm>
            <a:off x="23082757" y="12789310"/>
            <a:ext cx="539750" cy="276999"/>
          </a:xfrm>
          <a:prstGeom prst="rect">
            <a:avLst/>
          </a:prstGeom>
          <a:noFill/>
        </p:spPr>
        <p:txBody>
          <a:bodyPr wrap="square" lIns="0" tIns="0" rIns="0" bIns="0" rtlCol="0">
            <a:spAutoFit/>
          </a:bodyPr>
          <a:lstStyle/>
          <a:p>
            <a:pPr algn="ctr"/>
            <a:fld id="{BD8018E6-5008-4D09-8834-2943DEA75A3D}" type="slidenum">
              <a:rPr lang="en-US" sz="1800" b="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ctr"/>
              <a:t>‹#›</a:t>
            </a:fld>
            <a:endParaRPr lang="en-US" sz="1800" b="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749244043"/>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Picture 5" descr="A blue and black logo&#10;&#10;Description automatically generated">
            <a:extLst>
              <a:ext uri="{FF2B5EF4-FFF2-40B4-BE49-F238E27FC236}">
                <a16:creationId xmlns:a16="http://schemas.microsoft.com/office/drawing/2014/main" id="{540DA603-F6A4-4651-F536-5DFAFB10A915}"/>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20974051" y="12764981"/>
            <a:ext cx="1669586" cy="383065"/>
          </a:xfrm>
          <a:prstGeom prst="rect">
            <a:avLst/>
          </a:prstGeom>
        </p:spPr>
      </p:pic>
    </p:spTree>
    <p:extLst>
      <p:ext uri="{BB962C8B-B14F-4D97-AF65-F5344CB8AC3E}">
        <p14:creationId xmlns:p14="http://schemas.microsoft.com/office/powerpoint/2010/main" val="2325570719"/>
      </p:ext>
    </p:extLst>
  </p:cSld>
  <p:clrMap bg1="lt1" tx1="dk1" bg2="lt2" tx2="dk2" accent1="accent1" accent2="accent2" accent3="accent3" accent4="accent4" accent5="accent5" accent6="accent6" hlink="hlink" folHlink="folHlink"/>
  <p:sldLayoutIdLst>
    <p:sldLayoutId id="2147483688" r:id="rId1"/>
    <p:sldLayoutId id="2147483696" r:id="rId2"/>
    <p:sldLayoutId id="2147483704" r:id="rId3"/>
    <p:sldLayoutId id="2147483705" r:id="rId4"/>
    <p:sldLayoutId id="2147483691" r:id="rId5"/>
    <p:sldLayoutId id="2147483692" r:id="rId6"/>
    <p:sldLayoutId id="2147483695" r:id="rId7"/>
    <p:sldLayoutId id="2147483693" r:id="rId8"/>
    <p:sldLayoutId id="2147483694" r:id="rId9"/>
    <p:sldLayoutId id="2147483697" r:id="rId10"/>
    <p:sldLayoutId id="2147483699" r:id="rId11"/>
    <p:sldLayoutId id="2147483700" r:id="rId12"/>
    <p:sldLayoutId id="2147483701" r:id="rId13"/>
    <p:sldLayoutId id="2147483702" r:id="rId14"/>
    <p:sldLayoutId id="2147483703" r:id="rId15"/>
    <p:sldLayoutId id="2147483690" r:id="rId16"/>
    <p:sldLayoutId id="2147483698" r:id="rId17"/>
    <p:sldLayoutId id="2147483689" r:id="rId18"/>
  </p:sldLayoutIdLst>
  <p:hf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24384000" cy="13716000"/>
          </a:xfrm>
          <a:prstGeom prst="rect">
            <a:avLst/>
          </a:prstGeom>
          <a:solidFill>
            <a:srgbClr val="04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Rectangle: Rounded Corners 1">
            <a:extLst>
              <a:ext uri="{FF2B5EF4-FFF2-40B4-BE49-F238E27FC236}">
                <a16:creationId xmlns:a16="http://schemas.microsoft.com/office/drawing/2014/main" id="{69B39D51-71E3-E8E7-DB81-E0CFB49052C4}"/>
              </a:ext>
            </a:extLst>
          </p:cNvPr>
          <p:cNvSpPr/>
          <p:nvPr/>
        </p:nvSpPr>
        <p:spPr>
          <a:xfrm>
            <a:off x="779721" y="832319"/>
            <a:ext cx="23164800" cy="2270132"/>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1" name="TextBox 10">
            <a:extLst>
              <a:ext uri="{FF2B5EF4-FFF2-40B4-BE49-F238E27FC236}">
                <a16:creationId xmlns:a16="http://schemas.microsoft.com/office/drawing/2014/main" id="{4F300A54-8614-BB1A-1A86-8E416A096485}"/>
              </a:ext>
            </a:extLst>
          </p:cNvPr>
          <p:cNvSpPr txBox="1"/>
          <p:nvPr/>
        </p:nvSpPr>
        <p:spPr>
          <a:xfrm>
            <a:off x="293980" y="6858000"/>
            <a:ext cx="24090019" cy="1231106"/>
          </a:xfrm>
          <a:prstGeom prst="rect">
            <a:avLst/>
          </a:prstGeom>
          <a:noFill/>
        </p:spPr>
        <p:txBody>
          <a:bodyPr wrap="square" lIns="0" tIns="0" rIns="0" bIns="0" rtlCol="0" anchor="t">
            <a:spAutoFit/>
          </a:bodyPr>
          <a:lstStyle/>
          <a:p>
            <a:pPr lvl="0" algn="ctr"/>
            <a:r>
              <a:rPr lang="en-US" sz="8000" dirty="0">
                <a:solidFill>
                  <a:srgbClr val="E7E7E7"/>
                </a:solidFill>
                <a:latin typeface="Montserrat "/>
              </a:rPr>
              <a:t>Logistic Regression</a:t>
            </a:r>
            <a:endParaRPr lang="en-IN" sz="8000" dirty="0">
              <a:solidFill>
                <a:srgbClr val="E7E7E7"/>
              </a:solidFill>
              <a:latin typeface="Montserrat "/>
            </a:endParaRPr>
          </a:p>
        </p:txBody>
      </p:sp>
      <p:pic>
        <p:nvPicPr>
          <p:cNvPr id="12" name="Picture 11" descr="A blue and black logo&#10;&#10;Description automatically generated">
            <a:extLst>
              <a:ext uri="{FF2B5EF4-FFF2-40B4-BE49-F238E27FC236}">
                <a16:creationId xmlns:a16="http://schemas.microsoft.com/office/drawing/2014/main" id="{FC57E744-3614-9714-8608-872C6D0EC4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97895" y="1461425"/>
            <a:ext cx="4410441" cy="1011920"/>
          </a:xfrm>
          <a:prstGeom prst="rect">
            <a:avLst/>
          </a:prstGeom>
        </p:spPr>
      </p:pic>
    </p:spTree>
    <p:extLst>
      <p:ext uri="{BB962C8B-B14F-4D97-AF65-F5344CB8AC3E}">
        <p14:creationId xmlns:p14="http://schemas.microsoft.com/office/powerpoint/2010/main" val="29464445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50767-3EC7-F634-7FA2-8C6480F7495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ACABBEE-C691-0370-3789-C7CDB227100E}"/>
              </a:ext>
            </a:extLst>
          </p:cNvPr>
          <p:cNvSpPr>
            <a:spLocks noGrp="1"/>
          </p:cNvSpPr>
          <p:nvPr>
            <p:ph type="title"/>
          </p:nvPr>
        </p:nvSpPr>
        <p:spPr>
          <a:xfrm>
            <a:off x="1653540" y="1293348"/>
            <a:ext cx="21076920" cy="1016357"/>
          </a:xfrm>
        </p:spPr>
        <p:txBody>
          <a:bodyPr/>
          <a:lstStyle/>
          <a:p>
            <a:r>
              <a:rPr lang="en-US" sz="7200" dirty="0"/>
              <a:t>Introduction</a:t>
            </a:r>
            <a:endParaRPr lang="en-US" sz="7200" dirty="0">
              <a:latin typeface="Montserrat "/>
            </a:endParaRPr>
          </a:p>
        </p:txBody>
      </p:sp>
      <p:sp>
        <p:nvSpPr>
          <p:cNvPr id="5" name="Rectangle 4">
            <a:extLst>
              <a:ext uri="{FF2B5EF4-FFF2-40B4-BE49-F238E27FC236}">
                <a16:creationId xmlns:a16="http://schemas.microsoft.com/office/drawing/2014/main" id="{274E2E00-FC7B-7322-915B-B390D36A72DF}"/>
              </a:ext>
            </a:extLst>
          </p:cNvPr>
          <p:cNvSpPr/>
          <p:nvPr/>
        </p:nvSpPr>
        <p:spPr>
          <a:xfrm>
            <a:off x="657841" y="12597669"/>
            <a:ext cx="2369471" cy="6280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
            </a:endParaRPr>
          </a:p>
        </p:txBody>
      </p:sp>
      <p:sp>
        <p:nvSpPr>
          <p:cNvPr id="6" name="TextBox 5">
            <a:extLst>
              <a:ext uri="{FF2B5EF4-FFF2-40B4-BE49-F238E27FC236}">
                <a16:creationId xmlns:a16="http://schemas.microsoft.com/office/drawing/2014/main" id="{8DD7FCD9-C099-EBF7-C6C5-00D7C385244D}"/>
              </a:ext>
            </a:extLst>
          </p:cNvPr>
          <p:cNvSpPr txBox="1"/>
          <p:nvPr/>
        </p:nvSpPr>
        <p:spPr>
          <a:xfrm>
            <a:off x="657841" y="2749183"/>
            <a:ext cx="7177311" cy="7540526"/>
          </a:xfrm>
          <a:prstGeom prst="rect">
            <a:avLst/>
          </a:prstGeom>
          <a:noFill/>
          <a:ln w="34925" cap="rnd">
            <a:solidFill>
              <a:schemeClr val="accent4">
                <a:lumMod val="75000"/>
              </a:schemeClr>
            </a:solidFill>
          </a:ln>
        </p:spPr>
        <p:txBody>
          <a:bodyPr wrap="square" rtlCol="0">
            <a:spAutoFit/>
          </a:bodyPr>
          <a:lstStyle/>
          <a:p>
            <a:r>
              <a:rPr lang="en-US" sz="4400" b="1" dirty="0"/>
              <a:t>Logistic regression </a:t>
            </a:r>
            <a:r>
              <a:rPr lang="en-US" sz="4400" dirty="0"/>
              <a:t>is a fundamental supervised machine learning algorithm used for binary classification. Instead of predicting continuous numerical values like linear regression, it calculates the probability that a given data point belongs to a specific category (e.g., true/false or yes/no)</a:t>
            </a:r>
          </a:p>
        </p:txBody>
      </p:sp>
      <p:pic>
        <p:nvPicPr>
          <p:cNvPr id="17" name="Picture 16">
            <a:extLst>
              <a:ext uri="{FF2B5EF4-FFF2-40B4-BE49-F238E27FC236}">
                <a16:creationId xmlns:a16="http://schemas.microsoft.com/office/drawing/2014/main" id="{773394F5-A941-5F07-CE99-B96621ABA0AB}"/>
              </a:ext>
            </a:extLst>
          </p:cNvPr>
          <p:cNvPicPr>
            <a:picLocks noChangeAspect="1"/>
          </p:cNvPicPr>
          <p:nvPr/>
        </p:nvPicPr>
        <p:blipFill>
          <a:blip r:embed="rId3"/>
          <a:srcRect b="7027"/>
          <a:stretch>
            <a:fillRect/>
          </a:stretch>
        </p:blipFill>
        <p:spPr>
          <a:xfrm>
            <a:off x="8302172" y="2749184"/>
            <a:ext cx="15800504" cy="7540526"/>
          </a:xfrm>
          <a:prstGeom prst="rect">
            <a:avLst/>
          </a:prstGeom>
          <a:ln w="34925">
            <a:solidFill>
              <a:schemeClr val="accent4">
                <a:lumMod val="75000"/>
              </a:schemeClr>
            </a:solidFill>
          </a:ln>
        </p:spPr>
      </p:pic>
    </p:spTree>
    <p:extLst>
      <p:ext uri="{BB962C8B-B14F-4D97-AF65-F5344CB8AC3E}">
        <p14:creationId xmlns:p14="http://schemas.microsoft.com/office/powerpoint/2010/main" val="2005932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D39DD-3976-08F6-5EEA-79E26FD3DB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2850801-C5FA-B8BB-E54E-E735CECC0CFE}"/>
              </a:ext>
            </a:extLst>
          </p:cNvPr>
          <p:cNvSpPr>
            <a:spLocks noGrp="1"/>
          </p:cNvSpPr>
          <p:nvPr>
            <p:ph type="title"/>
          </p:nvPr>
        </p:nvSpPr>
        <p:spPr>
          <a:xfrm>
            <a:off x="1653540" y="1293348"/>
            <a:ext cx="21076920" cy="1016357"/>
          </a:xfrm>
        </p:spPr>
        <p:txBody>
          <a:bodyPr/>
          <a:lstStyle/>
          <a:p>
            <a:r>
              <a:rPr lang="en-US" sz="7200" dirty="0"/>
              <a:t>Working</a:t>
            </a:r>
            <a:endParaRPr lang="en-US" sz="7200" dirty="0">
              <a:latin typeface="Montserrat "/>
            </a:endParaRPr>
          </a:p>
        </p:txBody>
      </p:sp>
      <p:sp>
        <p:nvSpPr>
          <p:cNvPr id="5" name="Rectangle 4">
            <a:extLst>
              <a:ext uri="{FF2B5EF4-FFF2-40B4-BE49-F238E27FC236}">
                <a16:creationId xmlns:a16="http://schemas.microsoft.com/office/drawing/2014/main" id="{C1B4D0D8-510D-0D21-EFEE-DF8DE8E6A74E}"/>
              </a:ext>
            </a:extLst>
          </p:cNvPr>
          <p:cNvSpPr/>
          <p:nvPr/>
        </p:nvSpPr>
        <p:spPr>
          <a:xfrm>
            <a:off x="657841" y="12597669"/>
            <a:ext cx="2369471" cy="6280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
            </a:endParaRPr>
          </a:p>
        </p:txBody>
      </p:sp>
      <p:sp>
        <p:nvSpPr>
          <p:cNvPr id="6" name="TextBox 5">
            <a:extLst>
              <a:ext uri="{FF2B5EF4-FFF2-40B4-BE49-F238E27FC236}">
                <a16:creationId xmlns:a16="http://schemas.microsoft.com/office/drawing/2014/main" id="{F36634EC-6414-0E1D-3B01-6F032DC1572D}"/>
              </a:ext>
            </a:extLst>
          </p:cNvPr>
          <p:cNvSpPr txBox="1"/>
          <p:nvPr/>
        </p:nvSpPr>
        <p:spPr>
          <a:xfrm>
            <a:off x="556186" y="3313180"/>
            <a:ext cx="12563466" cy="8525411"/>
          </a:xfrm>
          <a:prstGeom prst="rect">
            <a:avLst/>
          </a:prstGeom>
          <a:noFill/>
          <a:ln w="34925" cap="rnd">
            <a:solidFill>
              <a:schemeClr val="accent4">
                <a:lumMod val="75000"/>
              </a:schemeClr>
            </a:solidFill>
          </a:ln>
        </p:spPr>
        <p:txBody>
          <a:bodyPr wrap="square" rtlCol="0">
            <a:spAutoFit/>
          </a:bodyPr>
          <a:lstStyle/>
          <a:p>
            <a:r>
              <a:rPr lang="en-US" sz="3200" b="1" dirty="0"/>
              <a:t>How it Works</a:t>
            </a:r>
          </a:p>
          <a:p>
            <a:endParaRPr lang="en-US" sz="3200" b="1" dirty="0"/>
          </a:p>
          <a:p>
            <a:pPr marL="457200" indent="-457200">
              <a:buFont typeface="Wingdings" panose="05000000000000000000" pitchFamily="2" charset="2"/>
              <a:buChar char="v"/>
            </a:pPr>
            <a:r>
              <a:rPr lang="en-US" sz="3200" dirty="0"/>
              <a:t>Instead of fitting a straight line to data, logistic regression applies the mathematical logistic (sigmoid) function to map predictions to an S-shaped curve</a:t>
            </a:r>
          </a:p>
          <a:p>
            <a:pPr marL="457200" indent="-457200">
              <a:buFont typeface="Wingdings" panose="05000000000000000000" pitchFamily="2" charset="2"/>
              <a:buChar char="v"/>
            </a:pPr>
            <a:endParaRPr lang="en-US" sz="3200" dirty="0"/>
          </a:p>
          <a:p>
            <a:pPr marL="457200" indent="-457200">
              <a:buFont typeface="Wingdings" panose="05000000000000000000" pitchFamily="2" charset="2"/>
              <a:buChar char="v"/>
            </a:pPr>
            <a:endParaRPr lang="en-US" sz="1200" dirty="0"/>
          </a:p>
          <a:p>
            <a:pPr marL="1371600" lvl="1" indent="-457200">
              <a:buFont typeface="Wingdings" panose="05000000000000000000" pitchFamily="2" charset="2"/>
              <a:buChar char="Ø"/>
            </a:pPr>
            <a:r>
              <a:rPr lang="en-US" sz="3200" b="1" dirty="0"/>
              <a:t>The Output</a:t>
            </a:r>
            <a:r>
              <a:rPr lang="en-US" sz="3200" dirty="0"/>
              <a:t>: It yields a probability score ranging between (0) and (1).</a:t>
            </a:r>
          </a:p>
          <a:p>
            <a:pPr marL="1371600" lvl="1" indent="-457200">
              <a:buFont typeface="Wingdings" panose="05000000000000000000" pitchFamily="2" charset="2"/>
              <a:buChar char="Ø"/>
            </a:pPr>
            <a:endParaRPr lang="en-US" sz="3200" dirty="0"/>
          </a:p>
          <a:p>
            <a:pPr marL="1371600" lvl="1" indent="-457200">
              <a:buFont typeface="Wingdings" panose="05000000000000000000" pitchFamily="2" charset="2"/>
              <a:buChar char="Ø"/>
            </a:pPr>
            <a:endParaRPr lang="en-US" sz="1200" dirty="0"/>
          </a:p>
          <a:p>
            <a:pPr marL="1371600" lvl="1" indent="-457200">
              <a:buFont typeface="Wingdings" panose="05000000000000000000" pitchFamily="2" charset="2"/>
              <a:buChar char="Ø"/>
            </a:pPr>
            <a:r>
              <a:rPr lang="en-US" sz="3200" b="1" dirty="0"/>
              <a:t>The Decision Boundary</a:t>
            </a:r>
            <a:r>
              <a:rPr lang="en-US" sz="3200" dirty="0"/>
              <a:t>: A threshold (usually (0.5)) is set. Probabilities above the threshold map to the positive class ((1)); those below map to the negative class ((0)).</a:t>
            </a:r>
          </a:p>
          <a:p>
            <a:pPr marL="1371600" lvl="1" indent="-457200">
              <a:buFont typeface="Wingdings" panose="05000000000000000000" pitchFamily="2" charset="2"/>
              <a:buChar char="Ø"/>
            </a:pPr>
            <a:endParaRPr lang="en-US" sz="3200" dirty="0"/>
          </a:p>
          <a:p>
            <a:pPr marL="1371600" lvl="1" indent="-457200">
              <a:buFont typeface="Wingdings" panose="05000000000000000000" pitchFamily="2" charset="2"/>
              <a:buChar char="Ø"/>
            </a:pPr>
            <a:endParaRPr lang="en-US" sz="1200" dirty="0"/>
          </a:p>
          <a:p>
            <a:pPr marL="1371600" lvl="1" indent="-457200">
              <a:buFont typeface="Wingdings" panose="05000000000000000000" pitchFamily="2" charset="2"/>
              <a:buChar char="Ø"/>
            </a:pPr>
            <a:r>
              <a:rPr lang="en-US" sz="3200" b="1" dirty="0"/>
              <a:t>The Math</a:t>
            </a:r>
            <a:r>
              <a:rPr lang="en-US" sz="3200" dirty="0"/>
              <a:t>: </a:t>
            </a:r>
          </a:p>
          <a:p>
            <a:pPr marL="1371600" lvl="1" indent="-457200">
              <a:buFont typeface="Wingdings" panose="05000000000000000000" pitchFamily="2" charset="2"/>
              <a:buChar char="Ø"/>
            </a:pPr>
            <a:endParaRPr lang="en-US" sz="3200" dirty="0"/>
          </a:p>
          <a:p>
            <a:pPr marL="1371600" lvl="1" indent="-457200">
              <a:buFont typeface="Wingdings" panose="05000000000000000000" pitchFamily="2" charset="2"/>
              <a:buChar char="Ø"/>
            </a:pPr>
            <a:endParaRPr lang="en-US" sz="3200" dirty="0"/>
          </a:p>
        </p:txBody>
      </p:sp>
      <p:pic>
        <p:nvPicPr>
          <p:cNvPr id="2" name="Picture 1">
            <a:extLst>
              <a:ext uri="{FF2B5EF4-FFF2-40B4-BE49-F238E27FC236}">
                <a16:creationId xmlns:a16="http://schemas.microsoft.com/office/drawing/2014/main" id="{9CD92A35-D4D2-54E2-D673-F68769FFBA79}"/>
              </a:ext>
            </a:extLst>
          </p:cNvPr>
          <p:cNvPicPr>
            <a:picLocks noChangeAspect="1"/>
          </p:cNvPicPr>
          <p:nvPr/>
        </p:nvPicPr>
        <p:blipFill>
          <a:blip r:embed="rId3"/>
          <a:stretch>
            <a:fillRect/>
          </a:stretch>
        </p:blipFill>
        <p:spPr>
          <a:xfrm>
            <a:off x="5299455" y="9963651"/>
            <a:ext cx="5901972" cy="1502986"/>
          </a:xfrm>
          <a:prstGeom prst="rect">
            <a:avLst/>
          </a:prstGeom>
        </p:spPr>
      </p:pic>
      <p:pic>
        <p:nvPicPr>
          <p:cNvPr id="7" name="Picture 6">
            <a:extLst>
              <a:ext uri="{FF2B5EF4-FFF2-40B4-BE49-F238E27FC236}">
                <a16:creationId xmlns:a16="http://schemas.microsoft.com/office/drawing/2014/main" id="{2CAE3F81-6DCC-8FF9-141D-922CC34FEEE6}"/>
              </a:ext>
            </a:extLst>
          </p:cNvPr>
          <p:cNvPicPr>
            <a:picLocks noChangeAspect="1"/>
          </p:cNvPicPr>
          <p:nvPr/>
        </p:nvPicPr>
        <p:blipFill>
          <a:blip r:embed="rId4"/>
          <a:stretch>
            <a:fillRect/>
          </a:stretch>
        </p:blipFill>
        <p:spPr>
          <a:xfrm>
            <a:off x="14074214" y="4325955"/>
            <a:ext cx="9753600" cy="5514975"/>
          </a:xfrm>
          <a:prstGeom prst="rect">
            <a:avLst/>
          </a:prstGeom>
        </p:spPr>
      </p:pic>
    </p:spTree>
    <p:extLst>
      <p:ext uri="{BB962C8B-B14F-4D97-AF65-F5344CB8AC3E}">
        <p14:creationId xmlns:p14="http://schemas.microsoft.com/office/powerpoint/2010/main" val="3494831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C30F7-326D-1EAA-16EB-5BDDFBEC70E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1CB1347-EA55-8B20-DD7B-091856B7DC85}"/>
              </a:ext>
            </a:extLst>
          </p:cNvPr>
          <p:cNvSpPr>
            <a:spLocks noGrp="1"/>
          </p:cNvSpPr>
          <p:nvPr>
            <p:ph type="title"/>
          </p:nvPr>
        </p:nvSpPr>
        <p:spPr>
          <a:xfrm>
            <a:off x="1653540" y="1293348"/>
            <a:ext cx="21076920" cy="1016357"/>
          </a:xfrm>
        </p:spPr>
        <p:txBody>
          <a:bodyPr/>
          <a:lstStyle/>
          <a:p>
            <a:r>
              <a:rPr lang="en-IN" dirty="0"/>
              <a:t>Common Use Cases</a:t>
            </a:r>
            <a:endParaRPr lang="en-US" sz="7200" dirty="0">
              <a:latin typeface="Montserrat "/>
            </a:endParaRPr>
          </a:p>
        </p:txBody>
      </p:sp>
      <p:sp>
        <p:nvSpPr>
          <p:cNvPr id="5" name="Rectangle 4">
            <a:extLst>
              <a:ext uri="{FF2B5EF4-FFF2-40B4-BE49-F238E27FC236}">
                <a16:creationId xmlns:a16="http://schemas.microsoft.com/office/drawing/2014/main" id="{35F71A17-F078-2068-2EBE-7C901783DD96}"/>
              </a:ext>
            </a:extLst>
          </p:cNvPr>
          <p:cNvSpPr/>
          <p:nvPr/>
        </p:nvSpPr>
        <p:spPr>
          <a:xfrm>
            <a:off x="657841" y="12597669"/>
            <a:ext cx="2369471" cy="6280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
            </a:endParaRPr>
          </a:p>
        </p:txBody>
      </p:sp>
      <p:sp>
        <p:nvSpPr>
          <p:cNvPr id="6" name="TextBox 5">
            <a:extLst>
              <a:ext uri="{FF2B5EF4-FFF2-40B4-BE49-F238E27FC236}">
                <a16:creationId xmlns:a16="http://schemas.microsoft.com/office/drawing/2014/main" id="{C1831ACD-FBDC-94F6-2BF5-5760F67F8306}"/>
              </a:ext>
            </a:extLst>
          </p:cNvPr>
          <p:cNvSpPr txBox="1"/>
          <p:nvPr/>
        </p:nvSpPr>
        <p:spPr>
          <a:xfrm>
            <a:off x="1374308" y="3478696"/>
            <a:ext cx="7988353" cy="7571303"/>
          </a:xfrm>
          <a:prstGeom prst="rect">
            <a:avLst/>
          </a:prstGeom>
          <a:noFill/>
          <a:ln w="34925" cap="rnd">
            <a:solidFill>
              <a:schemeClr val="accent4">
                <a:lumMod val="75000"/>
              </a:schemeClr>
            </a:solidFill>
          </a:ln>
        </p:spPr>
        <p:txBody>
          <a:bodyPr wrap="square" rtlCol="0">
            <a:spAutoFit/>
          </a:bodyPr>
          <a:lstStyle/>
          <a:p>
            <a:r>
              <a:rPr lang="en-US" dirty="0"/>
              <a:t>Logistic regression is widely used across various industries due to its interpretability and speed: </a:t>
            </a:r>
          </a:p>
          <a:p>
            <a:endParaRPr lang="en-US" sz="1800" dirty="0"/>
          </a:p>
          <a:p>
            <a:pPr marL="1485900" lvl="1" indent="-571500">
              <a:buFont typeface="Wingdings" panose="05000000000000000000" pitchFamily="2" charset="2"/>
              <a:buChar char="v"/>
            </a:pPr>
            <a:r>
              <a:rPr lang="en-US" b="1" dirty="0"/>
              <a:t>Medicine</a:t>
            </a:r>
            <a:r>
              <a:rPr lang="en-US" dirty="0"/>
              <a:t>: Predicting the presence or absence of a disease based on patient vitals and test results.</a:t>
            </a:r>
          </a:p>
          <a:p>
            <a:pPr marL="1485900" lvl="1" indent="-571500">
              <a:buFont typeface="Wingdings" panose="05000000000000000000" pitchFamily="2" charset="2"/>
              <a:buChar char="v"/>
            </a:pPr>
            <a:r>
              <a:rPr lang="en-US" b="1" dirty="0"/>
              <a:t>Finance</a:t>
            </a:r>
            <a:r>
              <a:rPr lang="en-US" dirty="0"/>
              <a:t>: Assessing the likelihood of a homeowner defaulting on a mortgage.</a:t>
            </a:r>
          </a:p>
          <a:p>
            <a:pPr marL="1485900" lvl="1" indent="-571500">
              <a:buFont typeface="Wingdings" panose="05000000000000000000" pitchFamily="2" charset="2"/>
              <a:buChar char="v"/>
            </a:pPr>
            <a:r>
              <a:rPr lang="en-US" b="1" dirty="0"/>
              <a:t>Marketing/Tech</a:t>
            </a:r>
            <a:r>
              <a:rPr lang="en-US" dirty="0"/>
              <a:t>: Classifying whether an incoming email is spam or not spam. </a:t>
            </a:r>
          </a:p>
        </p:txBody>
      </p:sp>
      <p:pic>
        <p:nvPicPr>
          <p:cNvPr id="4" name="Picture 3">
            <a:extLst>
              <a:ext uri="{FF2B5EF4-FFF2-40B4-BE49-F238E27FC236}">
                <a16:creationId xmlns:a16="http://schemas.microsoft.com/office/drawing/2014/main" id="{B2E5731C-AD3E-E161-A54D-E21D9AD65412}"/>
              </a:ext>
            </a:extLst>
          </p:cNvPr>
          <p:cNvPicPr>
            <a:picLocks noChangeAspect="1"/>
          </p:cNvPicPr>
          <p:nvPr/>
        </p:nvPicPr>
        <p:blipFill>
          <a:blip r:embed="rId3"/>
          <a:stretch>
            <a:fillRect/>
          </a:stretch>
        </p:blipFill>
        <p:spPr>
          <a:xfrm>
            <a:off x="10416209" y="2813538"/>
            <a:ext cx="12834730" cy="9269527"/>
          </a:xfrm>
          <a:prstGeom prst="rect">
            <a:avLst/>
          </a:prstGeom>
        </p:spPr>
      </p:pic>
    </p:spTree>
    <p:extLst>
      <p:ext uri="{BB962C8B-B14F-4D97-AF65-F5344CB8AC3E}">
        <p14:creationId xmlns:p14="http://schemas.microsoft.com/office/powerpoint/2010/main" val="1787775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FBF12-2CE9-B519-D966-BE866691263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87736D6-763B-7FD1-8308-7B42B52DF1A3}"/>
              </a:ext>
            </a:extLst>
          </p:cNvPr>
          <p:cNvSpPr>
            <a:spLocks noGrp="1"/>
          </p:cNvSpPr>
          <p:nvPr>
            <p:ph type="title"/>
          </p:nvPr>
        </p:nvSpPr>
        <p:spPr>
          <a:xfrm>
            <a:off x="1653540" y="1293348"/>
            <a:ext cx="21076920" cy="1016357"/>
          </a:xfrm>
        </p:spPr>
        <p:txBody>
          <a:bodyPr/>
          <a:lstStyle/>
          <a:p>
            <a:r>
              <a:rPr lang="en-US" sz="7200" dirty="0"/>
              <a:t>Key Differences from Linear Regression</a:t>
            </a:r>
            <a:endParaRPr lang="en-US" sz="7200" dirty="0">
              <a:latin typeface="Montserrat "/>
            </a:endParaRPr>
          </a:p>
        </p:txBody>
      </p:sp>
      <p:sp>
        <p:nvSpPr>
          <p:cNvPr id="5" name="Rectangle 4">
            <a:extLst>
              <a:ext uri="{FF2B5EF4-FFF2-40B4-BE49-F238E27FC236}">
                <a16:creationId xmlns:a16="http://schemas.microsoft.com/office/drawing/2014/main" id="{76888CA3-1642-0E61-6604-1D616202B65D}"/>
              </a:ext>
            </a:extLst>
          </p:cNvPr>
          <p:cNvSpPr/>
          <p:nvPr/>
        </p:nvSpPr>
        <p:spPr>
          <a:xfrm>
            <a:off x="657841" y="12597669"/>
            <a:ext cx="2369471" cy="6280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
            </a:endParaRPr>
          </a:p>
        </p:txBody>
      </p:sp>
      <p:pic>
        <p:nvPicPr>
          <p:cNvPr id="9" name="Picture 8">
            <a:extLst>
              <a:ext uri="{FF2B5EF4-FFF2-40B4-BE49-F238E27FC236}">
                <a16:creationId xmlns:a16="http://schemas.microsoft.com/office/drawing/2014/main" id="{373C381D-4328-2DB0-8677-A06EFB477627}"/>
              </a:ext>
            </a:extLst>
          </p:cNvPr>
          <p:cNvPicPr>
            <a:picLocks noChangeAspect="1"/>
          </p:cNvPicPr>
          <p:nvPr/>
        </p:nvPicPr>
        <p:blipFill>
          <a:blip r:embed="rId3"/>
          <a:stretch>
            <a:fillRect/>
          </a:stretch>
        </p:blipFill>
        <p:spPr>
          <a:xfrm>
            <a:off x="3988752" y="2618958"/>
            <a:ext cx="14135977" cy="4239042"/>
          </a:xfrm>
          <a:prstGeom prst="rect">
            <a:avLst/>
          </a:prstGeom>
        </p:spPr>
      </p:pic>
      <p:pic>
        <p:nvPicPr>
          <p:cNvPr id="11" name="Picture 10">
            <a:extLst>
              <a:ext uri="{FF2B5EF4-FFF2-40B4-BE49-F238E27FC236}">
                <a16:creationId xmlns:a16="http://schemas.microsoft.com/office/drawing/2014/main" id="{2BB24F36-3A51-2BBC-B9F6-363BD5874F7A}"/>
              </a:ext>
            </a:extLst>
          </p:cNvPr>
          <p:cNvPicPr>
            <a:picLocks noChangeAspect="1"/>
          </p:cNvPicPr>
          <p:nvPr/>
        </p:nvPicPr>
        <p:blipFill>
          <a:blip r:embed="rId4"/>
          <a:stretch>
            <a:fillRect/>
          </a:stretch>
        </p:blipFill>
        <p:spPr>
          <a:xfrm>
            <a:off x="3988752" y="7082120"/>
            <a:ext cx="14556777" cy="6447500"/>
          </a:xfrm>
          <a:prstGeom prst="rect">
            <a:avLst/>
          </a:prstGeom>
        </p:spPr>
      </p:pic>
    </p:spTree>
    <p:extLst>
      <p:ext uri="{BB962C8B-B14F-4D97-AF65-F5344CB8AC3E}">
        <p14:creationId xmlns:p14="http://schemas.microsoft.com/office/powerpoint/2010/main" val="4184644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456951" y="2841144"/>
            <a:ext cx="17578039" cy="1846659"/>
          </a:xfrm>
          <a:prstGeom prst="rect">
            <a:avLst/>
          </a:prstGeom>
        </p:spPr>
        <p:txBody>
          <a:bodyPr wrap="square" lIns="0" tIns="0" rIns="0" bIns="0" anchor="t" anchorCtr="0">
            <a:spAutoFit/>
          </a:bodyPr>
          <a:lstStyle>
            <a:lvl1pPr algn="l" defTabSz="1828800" rtl="0" eaLnBrk="1" latinLnBrk="0" hangingPunct="1">
              <a:lnSpc>
                <a:spcPct val="90000"/>
              </a:lnSpc>
              <a:spcBef>
                <a:spcPct val="0"/>
              </a:spcBef>
              <a:buNone/>
              <a:defRPr sz="7200" b="1" kern="1200">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r>
              <a:rPr lang="en-US" sz="12000" b="0">
                <a:solidFill>
                  <a:schemeClr val="bg1"/>
                </a:solidFill>
                <a:latin typeface="Montserrat" panose="00000500000000000000" pitchFamily="2" charset="0"/>
              </a:rPr>
              <a:t>Thank you!</a:t>
            </a:r>
          </a:p>
        </p:txBody>
      </p:sp>
      <p:sp>
        <p:nvSpPr>
          <p:cNvPr id="8" name="TextBox 7"/>
          <p:cNvSpPr txBox="1"/>
          <p:nvPr/>
        </p:nvSpPr>
        <p:spPr>
          <a:xfrm>
            <a:off x="17656573" y="9825300"/>
            <a:ext cx="5928588" cy="508857"/>
          </a:xfrm>
          <a:prstGeom prst="rect">
            <a:avLst/>
          </a:prstGeom>
          <a:noFill/>
        </p:spPr>
        <p:txBody>
          <a:bodyPr wrap="square" lIns="0" tIns="0" rIns="0" bIns="0" rtlCol="0" anchor="t">
            <a:spAutoFit/>
          </a:bodyPr>
          <a:lstStyle/>
          <a:p>
            <a:pPr algn="ctr">
              <a:lnSpc>
                <a:spcPct val="130000"/>
              </a:lnSpc>
            </a:pPr>
            <a:endParaRPr lang="en-US" sz="2800">
              <a:solidFill>
                <a:schemeClr val="bg1"/>
              </a:solidFill>
              <a:latin typeface="Montserrat"/>
              <a:ea typeface="Open Sans"/>
              <a:cs typeface="Open Sans"/>
            </a:endParaRPr>
          </a:p>
        </p:txBody>
      </p:sp>
      <p:pic>
        <p:nvPicPr>
          <p:cNvPr id="17" name="Graphic 16">
            <a:extLst>
              <a:ext uri="{FF2B5EF4-FFF2-40B4-BE49-F238E27FC236}">
                <a16:creationId xmlns:a16="http://schemas.microsoft.com/office/drawing/2014/main" id="{78761080-C839-CBB8-86E5-8CBC1F2F98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56951" y="9835926"/>
            <a:ext cx="3985848" cy="996462"/>
          </a:xfrm>
          <a:prstGeom prst="rect">
            <a:avLst/>
          </a:prstGeom>
        </p:spPr>
      </p:pic>
      <p:grpSp>
        <p:nvGrpSpPr>
          <p:cNvPr id="19" name="Group 18">
            <a:extLst>
              <a:ext uri="{FF2B5EF4-FFF2-40B4-BE49-F238E27FC236}">
                <a16:creationId xmlns:a16="http://schemas.microsoft.com/office/drawing/2014/main" id="{AE939B57-C062-B171-EE66-17D5B962E732}"/>
              </a:ext>
            </a:extLst>
          </p:cNvPr>
          <p:cNvGrpSpPr/>
          <p:nvPr/>
        </p:nvGrpSpPr>
        <p:grpSpPr>
          <a:xfrm>
            <a:off x="1456951" y="6786604"/>
            <a:ext cx="3985848" cy="142792"/>
            <a:chOff x="3244850" y="3002280"/>
            <a:chExt cx="1752600" cy="152400"/>
          </a:xfrm>
          <a:solidFill>
            <a:schemeClr val="accent3"/>
          </a:solidFill>
        </p:grpSpPr>
        <p:sp>
          <p:nvSpPr>
            <p:cNvPr id="20" name="Rectangle 19">
              <a:extLst>
                <a:ext uri="{FF2B5EF4-FFF2-40B4-BE49-F238E27FC236}">
                  <a16:creationId xmlns:a16="http://schemas.microsoft.com/office/drawing/2014/main" id="{B7874F63-CF1D-D2B9-0DD3-EAA9494B0C69}"/>
                </a:ext>
              </a:extLst>
            </p:cNvPr>
            <p:cNvSpPr/>
            <p:nvPr/>
          </p:nvSpPr>
          <p:spPr>
            <a:xfrm>
              <a:off x="4121150" y="3002280"/>
              <a:ext cx="876300" cy="152400"/>
            </a:xfrm>
            <a:prstGeom prst="rect">
              <a:avLst/>
            </a:prstGeom>
            <a:solidFill>
              <a:srgbClr val="CEF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B43CE25-B142-5DD1-839D-71C32D7DEAEE}"/>
                </a:ext>
              </a:extLst>
            </p:cNvPr>
            <p:cNvSpPr/>
            <p:nvPr/>
          </p:nvSpPr>
          <p:spPr>
            <a:xfrm>
              <a:off x="3244850" y="3002280"/>
              <a:ext cx="876300" cy="15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33114812"/>
      </p:ext>
    </p:extLst>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044150"/>
      </a:dk2>
      <a:lt2>
        <a:srgbClr val="F1F3F8"/>
      </a:lt2>
      <a:accent1>
        <a:srgbClr val="044150"/>
      </a:accent1>
      <a:accent2>
        <a:srgbClr val="2A7B9F"/>
      </a:accent2>
      <a:accent3>
        <a:srgbClr val="53BCF8"/>
      </a:accent3>
      <a:accent4>
        <a:srgbClr val="E2B264"/>
      </a:accent4>
      <a:accent5>
        <a:srgbClr val="BE4150"/>
      </a:accent5>
      <a:accent6>
        <a:srgbClr val="8F191F"/>
      </a:accent6>
      <a:hlink>
        <a:srgbClr val="26708E"/>
      </a:hlink>
      <a:folHlink>
        <a:srgbClr val="AC7720"/>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32bb76a0-603b-4332-ad25-b1c76a98c21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4C47CF3962C7F4BAB1AD1825ADB4A23" ma:contentTypeVersion="14" ma:contentTypeDescription="Create a new document." ma:contentTypeScope="" ma:versionID="38b08cb37206c27b6b78755b170e4be3">
  <xsd:schema xmlns:xsd="http://www.w3.org/2001/XMLSchema" xmlns:xs="http://www.w3.org/2001/XMLSchema" xmlns:p="http://schemas.microsoft.com/office/2006/metadata/properties" xmlns:ns3="32bb76a0-603b-4332-ad25-b1c76a98c217" xmlns:ns4="ad433861-4f7d-4046-86c0-ff951bbc305e" targetNamespace="http://schemas.microsoft.com/office/2006/metadata/properties" ma:root="true" ma:fieldsID="4ba692730ffe1f5dd0e69096ea834fe7" ns3:_="" ns4:_="">
    <xsd:import namespace="32bb76a0-603b-4332-ad25-b1c76a98c217"/>
    <xsd:import namespace="ad433861-4f7d-4046-86c0-ff951bbc305e"/>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LengthInSeconds" minOccurs="0"/>
                <xsd:element ref="ns3:MediaServiceAutoKeyPoints" minOccurs="0"/>
                <xsd:element ref="ns3:MediaServiceKeyPoints" minOccurs="0"/>
                <xsd:element ref="ns3:MediaServiceOCR" minOccurs="0"/>
                <xsd:element ref="ns3:MediaServiceGenerationTime" minOccurs="0"/>
                <xsd:element ref="ns3:MediaServiceEventHashCode"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bb76a0-603b-4332-ad25-b1c76a98c21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d433861-4f7d-4046-86c0-ff951bbc305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2B51F02-1F34-4CFB-8781-1177D1D8D859}">
  <ds:schemaRefs>
    <ds:schemaRef ds:uri="http://schemas.microsoft.com/sharepoint/v3/contenttype/forms"/>
  </ds:schemaRefs>
</ds:datastoreItem>
</file>

<file path=customXml/itemProps2.xml><?xml version="1.0" encoding="utf-8"?>
<ds:datastoreItem xmlns:ds="http://schemas.openxmlformats.org/officeDocument/2006/customXml" ds:itemID="{E579664E-285C-4317-B4D1-BF76BB02B7CF}">
  <ds:schemaRefs>
    <ds:schemaRef ds:uri="32bb76a0-603b-4332-ad25-b1c76a98c217"/>
    <ds:schemaRef ds:uri="ad433861-4f7d-4046-86c0-ff951bbc305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CE0131E-734C-4242-B195-8F3123E404F5}">
  <ds:schemaRefs>
    <ds:schemaRef ds:uri="32bb76a0-603b-4332-ad25-b1c76a98c217"/>
    <ds:schemaRef ds:uri="ad433861-4f7d-4046-86c0-ff951bbc305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6967</TotalTime>
  <Words>972</Words>
  <Application>Microsoft Office PowerPoint</Application>
  <PresentationFormat>Custom</PresentationFormat>
  <Paragraphs>35</Paragraphs>
  <Slides>6</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Arial</vt:lpstr>
      <vt:lpstr>Calibri</vt:lpstr>
      <vt:lpstr>Montserrat</vt:lpstr>
      <vt:lpstr>Montserrat </vt:lpstr>
      <vt:lpstr>Open Sans</vt:lpstr>
      <vt:lpstr>Open Sans Light</vt:lpstr>
      <vt:lpstr>Wingdings</vt:lpstr>
      <vt:lpstr>Office Theme</vt:lpstr>
      <vt:lpstr>PowerPoint Presentation</vt:lpstr>
      <vt:lpstr>Introduction</vt:lpstr>
      <vt:lpstr>Working</vt:lpstr>
      <vt:lpstr>Common Use Cases</vt:lpstr>
      <vt:lpstr>Key Differences from Linear Regression</vt:lpstr>
      <vt:lpstr>PowerPoint Presentation</vt:lpstr>
    </vt:vector>
  </TitlesOfParts>
  <Company>JafarDesigns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JafarDesigns</dc:creator>
  <cp:lastModifiedBy>Priyanka Bhardwaj Datta</cp:lastModifiedBy>
  <cp:revision>41</cp:revision>
  <dcterms:created xsi:type="dcterms:W3CDTF">2016-06-20T18:47:00Z</dcterms:created>
  <dcterms:modified xsi:type="dcterms:W3CDTF">2026-05-17T03:02:05Z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0x01010094C47CF3962C7F4BAB1AD1825ADB4A23</vt:lpwstr>
  </property>
  <property fmtid="{D5CDD505-2E9C-101B-9397-08002B2CF9AE}" pid="3" name="MediaServiceImageTags">
    <vt:lpwstr/>
  </property>
  <property fmtid="{D5CDD505-2E9C-101B-9397-08002B2CF9AE}" pid="4" name="Order">
    <vt:lpwstr>65600.0000000000</vt:lpwstr>
  </property>
  <property fmtid="{D5CDD505-2E9C-101B-9397-08002B2CF9AE}" pid="5" name="xd_Signature">
    <vt:lpwstr/>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_ColorHex">
    <vt:lpwstr/>
  </property>
  <property fmtid="{D5CDD505-2E9C-101B-9397-08002B2CF9AE}" pid="12" name="_ColorTag">
    <vt:lpwstr/>
  </property>
  <property fmtid="{D5CDD505-2E9C-101B-9397-08002B2CF9AE}" pid="13" name="_Emoji">
    <vt:lpwstr/>
  </property>
  <property fmtid="{D5CDD505-2E9C-101B-9397-08002B2CF9AE}" pid="14" name="MSIP_Label_b1a6f161-e42b-4c47-8f69-f6a81e023e2d_Enabled">
    <vt:lpwstr>true</vt:lpwstr>
  </property>
  <property fmtid="{D5CDD505-2E9C-101B-9397-08002B2CF9AE}" pid="15" name="MSIP_Label_b1a6f161-e42b-4c47-8f69-f6a81e023e2d_SetDate">
    <vt:lpwstr>2025-12-09T03:44:41Z</vt:lpwstr>
  </property>
  <property fmtid="{D5CDD505-2E9C-101B-9397-08002B2CF9AE}" pid="16" name="MSIP_Label_b1a6f161-e42b-4c47-8f69-f6a81e023e2d_Method">
    <vt:lpwstr>Standard</vt:lpwstr>
  </property>
  <property fmtid="{D5CDD505-2E9C-101B-9397-08002B2CF9AE}" pid="17" name="MSIP_Label_b1a6f161-e42b-4c47-8f69-f6a81e023e2d_Name">
    <vt:lpwstr>b1a6f161-e42b-4c47-8f69-f6a81e023e2d</vt:lpwstr>
  </property>
  <property fmtid="{D5CDD505-2E9C-101B-9397-08002B2CF9AE}" pid="18" name="MSIP_Label_b1a6f161-e42b-4c47-8f69-f6a81e023e2d_SiteId">
    <vt:lpwstr>271df5c2-953a-497b-93ad-7adf7a4b3cd7</vt:lpwstr>
  </property>
  <property fmtid="{D5CDD505-2E9C-101B-9397-08002B2CF9AE}" pid="19" name="MSIP_Label_b1a6f161-e42b-4c47-8f69-f6a81e023e2d_ActionId">
    <vt:lpwstr>a8043048-f669-4354-82c3-0912a085d118</vt:lpwstr>
  </property>
  <property fmtid="{D5CDD505-2E9C-101B-9397-08002B2CF9AE}" pid="20" name="MSIP_Label_b1a6f161-e42b-4c47-8f69-f6a81e023e2d_ContentBits">
    <vt:lpwstr>0</vt:lpwstr>
  </property>
  <property fmtid="{D5CDD505-2E9C-101B-9397-08002B2CF9AE}" pid="21" name="MSIP_Label_b1a6f161-e42b-4c47-8f69-f6a81e023e2d_Tag">
    <vt:lpwstr>10, 3, 0, 1</vt:lpwstr>
  </property>
  <property fmtid="{D5CDD505-2E9C-101B-9397-08002B2CF9AE}" pid="22" name="_AdHocReviewCycleID">
    <vt:i4>1451517988</vt:i4>
  </property>
  <property fmtid="{D5CDD505-2E9C-101B-9397-08002B2CF9AE}" pid="23" name="_NewReviewCycle">
    <vt:lpwstr/>
  </property>
  <property fmtid="{D5CDD505-2E9C-101B-9397-08002B2CF9AE}" pid="24" name="_EmailSubject">
    <vt:lpwstr>ppt</vt:lpwstr>
  </property>
  <property fmtid="{D5CDD505-2E9C-101B-9397-08002B2CF9AE}" pid="25" name="_AuthorEmail">
    <vt:lpwstr>vikas.datta@enbridge.com</vt:lpwstr>
  </property>
  <property fmtid="{D5CDD505-2E9C-101B-9397-08002B2CF9AE}" pid="26" name="_AuthorEmailDisplayName">
    <vt:lpwstr>Vikas Datta</vt:lpwstr>
  </property>
</Properties>
</file>